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6" r:id="rId2"/>
  </p:sldMasterIdLst>
  <p:notesMasterIdLst>
    <p:notesMasterId r:id="rId15"/>
  </p:notesMasterIdLst>
  <p:sldIdLst>
    <p:sldId id="300" r:id="rId3"/>
    <p:sldId id="301" r:id="rId4"/>
    <p:sldId id="302" r:id="rId5"/>
    <p:sldId id="264" r:id="rId6"/>
    <p:sldId id="266" r:id="rId7"/>
    <p:sldId id="268" r:id="rId8"/>
    <p:sldId id="311" r:id="rId9"/>
    <p:sldId id="314" r:id="rId10"/>
    <p:sldId id="312" r:id="rId11"/>
    <p:sldId id="313" r:id="rId12"/>
    <p:sldId id="270" r:id="rId13"/>
    <p:sldId id="294"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407"/>
    <a:srgbClr val="646464"/>
    <a:srgbClr val="596784"/>
    <a:srgbClr val="767676"/>
    <a:srgbClr val="2D313B"/>
    <a:srgbClr val="F8F8F8"/>
    <a:srgbClr val="FFFFFF"/>
    <a:srgbClr val="939393"/>
    <a:srgbClr val="FFC000"/>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0" autoAdjust="0"/>
    <p:restoredTop sz="96351" autoAdjust="0"/>
  </p:normalViewPr>
  <p:slideViewPr>
    <p:cSldViewPr snapToGrid="0">
      <p:cViewPr varScale="1">
        <p:scale>
          <a:sx n="108" d="100"/>
          <a:sy n="108" d="100"/>
        </p:scale>
        <p:origin x="68" y="184"/>
      </p:cViewPr>
      <p:guideLst/>
    </p:cSldViewPr>
  </p:slideViewPr>
  <p:notesTextViewPr>
    <p:cViewPr>
      <p:scale>
        <a:sx n="1" d="1"/>
        <a:sy n="1" d="1"/>
      </p:scale>
      <p:origin x="0" y="0"/>
    </p:cViewPr>
  </p:notesTextViewPr>
  <p:sorterViewPr>
    <p:cViewPr>
      <p:scale>
        <a:sx n="196" d="100"/>
        <a:sy n="196" d="100"/>
      </p:scale>
      <p:origin x="0" y="-218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C8B94-82F7-4980-82CC-87BE07CFBE86}"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7A245-A9B2-4BC5-BD89-17FD121E6FAF}" type="slidenum">
              <a:rPr lang="zh-CN" altLang="en-US" smtClean="0"/>
              <a:t>‹#›</a:t>
            </a:fld>
            <a:endParaRPr lang="zh-CN" altLang="en-US"/>
          </a:p>
        </p:txBody>
      </p:sp>
    </p:spTree>
    <p:extLst>
      <p:ext uri="{BB962C8B-B14F-4D97-AF65-F5344CB8AC3E}">
        <p14:creationId xmlns:p14="http://schemas.microsoft.com/office/powerpoint/2010/main" val="264781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1</a:t>
            </a:fld>
            <a:endParaRPr lang="zh-CN" altLang="en-US"/>
          </a:p>
        </p:txBody>
      </p:sp>
    </p:spTree>
    <p:extLst>
      <p:ext uri="{BB962C8B-B14F-4D97-AF65-F5344CB8AC3E}">
        <p14:creationId xmlns:p14="http://schemas.microsoft.com/office/powerpoint/2010/main" val="3340034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4E3D44-672D-4571-9441-D1ED69BAA56D}" type="slidenum">
              <a:rPr lang="zh-CN" altLang="en-US" smtClean="0"/>
              <a:t>2</a:t>
            </a:fld>
            <a:endParaRPr lang="zh-CN" altLang="en-US"/>
          </a:p>
        </p:txBody>
      </p:sp>
    </p:spTree>
    <p:extLst>
      <p:ext uri="{BB962C8B-B14F-4D97-AF65-F5344CB8AC3E}">
        <p14:creationId xmlns:p14="http://schemas.microsoft.com/office/powerpoint/2010/main" val="2695394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8F6036-E835-44CB-A25A-34C755DFD5D4}" type="slidenum">
              <a:rPr lang="en-US" smtClean="0"/>
              <a:pPr/>
              <a:t>3</a:t>
            </a:fld>
            <a:endParaRPr lang="en-US"/>
          </a:p>
        </p:txBody>
      </p:sp>
    </p:spTree>
    <p:extLst>
      <p:ext uri="{BB962C8B-B14F-4D97-AF65-F5344CB8AC3E}">
        <p14:creationId xmlns:p14="http://schemas.microsoft.com/office/powerpoint/2010/main" val="2286947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4</a:t>
            </a:fld>
            <a:endParaRPr lang="zh-CN" altLang="en-US"/>
          </a:p>
        </p:txBody>
      </p:sp>
    </p:spTree>
    <p:extLst>
      <p:ext uri="{BB962C8B-B14F-4D97-AF65-F5344CB8AC3E}">
        <p14:creationId xmlns:p14="http://schemas.microsoft.com/office/powerpoint/2010/main" val="1926255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5</a:t>
            </a:fld>
            <a:endParaRPr lang="zh-CN" altLang="en-US"/>
          </a:p>
        </p:txBody>
      </p:sp>
    </p:spTree>
    <p:extLst>
      <p:ext uri="{BB962C8B-B14F-4D97-AF65-F5344CB8AC3E}">
        <p14:creationId xmlns:p14="http://schemas.microsoft.com/office/powerpoint/2010/main" val="3581366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6</a:t>
            </a:fld>
            <a:endParaRPr lang="zh-CN" altLang="en-US"/>
          </a:p>
        </p:txBody>
      </p:sp>
    </p:spTree>
    <p:extLst>
      <p:ext uri="{BB962C8B-B14F-4D97-AF65-F5344CB8AC3E}">
        <p14:creationId xmlns:p14="http://schemas.microsoft.com/office/powerpoint/2010/main" val="2734356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95E8-0D06-BE85-AE36-BF08FC3308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A1B442-3248-9CDA-F68E-4783987A12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ABB193-4DAD-422F-FF01-BD759466A9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FAB9735-C5F6-4D08-E5AD-8BFB01E49835}"/>
              </a:ext>
            </a:extLst>
          </p:cNvPr>
          <p:cNvSpPr>
            <a:spLocks noGrp="1"/>
          </p:cNvSpPr>
          <p:nvPr>
            <p:ph type="sldNum" sz="quarter" idx="10"/>
          </p:nvPr>
        </p:nvSpPr>
        <p:spPr/>
        <p:txBody>
          <a:bodyPr/>
          <a:lstStyle/>
          <a:p>
            <a:fld id="{B78F6036-E835-44CB-A25A-34C755DFD5D4}" type="slidenum">
              <a:rPr lang="en-US" smtClean="0"/>
              <a:pPr/>
              <a:t>7</a:t>
            </a:fld>
            <a:endParaRPr lang="en-US"/>
          </a:p>
        </p:txBody>
      </p:sp>
    </p:spTree>
    <p:extLst>
      <p:ext uri="{BB962C8B-B14F-4D97-AF65-F5344CB8AC3E}">
        <p14:creationId xmlns:p14="http://schemas.microsoft.com/office/powerpoint/2010/main" val="915041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AAE70-23EE-BDFB-7067-5407BA6128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2A76D7-C2BA-BECA-4E30-5018A7A3C7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896F3F-4D12-6BC5-CBFE-20CEACF2279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679B5FD-15E8-5194-8110-287FB6A11114}"/>
              </a:ext>
            </a:extLst>
          </p:cNvPr>
          <p:cNvSpPr>
            <a:spLocks noGrp="1"/>
          </p:cNvSpPr>
          <p:nvPr>
            <p:ph type="sldNum" sz="quarter" idx="10"/>
          </p:nvPr>
        </p:nvSpPr>
        <p:spPr/>
        <p:txBody>
          <a:bodyPr/>
          <a:lstStyle/>
          <a:p>
            <a:fld id="{B78F6036-E835-44CB-A25A-34C755DFD5D4}" type="slidenum">
              <a:rPr lang="en-US" smtClean="0"/>
              <a:pPr/>
              <a:t>9</a:t>
            </a:fld>
            <a:endParaRPr lang="en-US"/>
          </a:p>
        </p:txBody>
      </p:sp>
    </p:spTree>
    <p:extLst>
      <p:ext uri="{BB962C8B-B14F-4D97-AF65-F5344CB8AC3E}">
        <p14:creationId xmlns:p14="http://schemas.microsoft.com/office/powerpoint/2010/main" val="1768657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D17EB-5B73-78F6-2264-49497982A2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3D6E0A-94A8-39E0-355F-7C76C0350E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124E50-3CBF-E9C2-7AF9-3D04151E93D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9DA418C-D74F-F095-53EF-3B599426CCD1}"/>
              </a:ext>
            </a:extLst>
          </p:cNvPr>
          <p:cNvSpPr>
            <a:spLocks noGrp="1"/>
          </p:cNvSpPr>
          <p:nvPr>
            <p:ph type="sldNum" sz="quarter" idx="10"/>
          </p:nvPr>
        </p:nvSpPr>
        <p:spPr/>
        <p:txBody>
          <a:bodyPr/>
          <a:lstStyle/>
          <a:p>
            <a:fld id="{B78F6036-E835-44CB-A25A-34C755DFD5D4}" type="slidenum">
              <a:rPr lang="en-US" smtClean="0"/>
              <a:pPr/>
              <a:t>10</a:t>
            </a:fld>
            <a:endParaRPr lang="en-US"/>
          </a:p>
        </p:txBody>
      </p:sp>
    </p:spTree>
    <p:extLst>
      <p:ext uri="{BB962C8B-B14F-4D97-AF65-F5344CB8AC3E}">
        <p14:creationId xmlns:p14="http://schemas.microsoft.com/office/powerpoint/2010/main" val="34189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27A245-A9B2-4BC5-BD89-17FD121E6FAF}" type="slidenum">
              <a:rPr lang="zh-CN" altLang="en-US" smtClean="0"/>
              <a:t>11</a:t>
            </a:fld>
            <a:endParaRPr lang="zh-CN" altLang="en-US"/>
          </a:p>
        </p:txBody>
      </p:sp>
    </p:spTree>
    <p:extLst>
      <p:ext uri="{BB962C8B-B14F-4D97-AF65-F5344CB8AC3E}">
        <p14:creationId xmlns:p14="http://schemas.microsoft.com/office/powerpoint/2010/main" val="413158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B1FB53-074E-453F-8BCF-006D7CFC3CA0}" type="slidenum">
              <a:rPr lang="zh-CN" altLang="en-US" smtClean="0">
                <a:solidFill>
                  <a:prstClr val="black"/>
                </a:solidFill>
                <a:latin typeface="Calibri"/>
                <a:ea typeface="宋体" panose="02010600030101010101" pitchFamily="2" charset="-122"/>
              </a:rPr>
              <a:pPr/>
              <a:t>12</a:t>
            </a:fld>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415845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520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15" name="组合 14"/>
          <p:cNvGrpSpPr/>
          <p:nvPr userDrawn="1"/>
        </p:nvGrpSpPr>
        <p:grpSpPr>
          <a:xfrm>
            <a:off x="-16043" y="-1"/>
            <a:ext cx="12208043" cy="6858001"/>
            <a:chOff x="-16043" y="-1"/>
            <a:chExt cx="12208043" cy="6858001"/>
          </a:xfrm>
        </p:grpSpPr>
        <p:sp>
          <p:nvSpPr>
            <p:cNvPr id="16" name="矩形 15"/>
            <p:cNvSpPr/>
            <p:nvPr/>
          </p:nvSpPr>
          <p:spPr>
            <a:xfrm>
              <a:off x="-16043" y="0"/>
              <a:ext cx="12208042" cy="6858000"/>
            </a:xfrm>
            <a:prstGeom prst="rect">
              <a:avLst/>
            </a:prstGeom>
            <a:gradFill>
              <a:gsLst>
                <a:gs pos="100000">
                  <a:schemeClr val="bg1"/>
                </a:gs>
                <a:gs pos="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9"/>
            <p:cNvSpPr/>
            <p:nvPr/>
          </p:nvSpPr>
          <p:spPr>
            <a:xfrm>
              <a:off x="0" y="-1"/>
              <a:ext cx="8686800" cy="3829653"/>
            </a:xfrm>
            <a:custGeom>
              <a:avLst/>
              <a:gdLst>
                <a:gd name="connsiteX0" fmla="*/ 0 w 7180729"/>
                <a:gd name="connsiteY0" fmla="*/ 0 h 3429000"/>
                <a:gd name="connsiteX1" fmla="*/ 7180729 w 7180729"/>
                <a:gd name="connsiteY1" fmla="*/ 0 h 3429000"/>
                <a:gd name="connsiteX2" fmla="*/ 7180729 w 7180729"/>
                <a:gd name="connsiteY2" fmla="*/ 3429000 h 3429000"/>
                <a:gd name="connsiteX3" fmla="*/ 0 w 7180729"/>
                <a:gd name="connsiteY3" fmla="*/ 3429000 h 3429000"/>
                <a:gd name="connsiteX4" fmla="*/ 0 w 7180729"/>
                <a:gd name="connsiteY4" fmla="*/ 0 h 3429000"/>
                <a:gd name="connsiteX0" fmla="*/ 0 w 7180729"/>
                <a:gd name="connsiteY0" fmla="*/ 0 h 3429000"/>
                <a:gd name="connsiteX1" fmla="*/ 7180729 w 7180729"/>
                <a:gd name="connsiteY1" fmla="*/ 0 h 3429000"/>
                <a:gd name="connsiteX2" fmla="*/ 0 w 7180729"/>
                <a:gd name="connsiteY2" fmla="*/ 3429000 h 3429000"/>
                <a:gd name="connsiteX3" fmla="*/ 0 w 7180729"/>
                <a:gd name="connsiteY3" fmla="*/ 0 h 3429000"/>
              </a:gdLst>
              <a:ahLst/>
              <a:cxnLst>
                <a:cxn ang="0">
                  <a:pos x="connsiteX0" y="connsiteY0"/>
                </a:cxn>
                <a:cxn ang="0">
                  <a:pos x="connsiteX1" y="connsiteY1"/>
                </a:cxn>
                <a:cxn ang="0">
                  <a:pos x="connsiteX2" y="connsiteY2"/>
                </a:cxn>
                <a:cxn ang="0">
                  <a:pos x="connsiteX3" y="connsiteY3"/>
                </a:cxn>
              </a:cxnLst>
              <a:rect l="l" t="t" r="r" b="b"/>
              <a:pathLst>
                <a:path w="7180729" h="3429000">
                  <a:moveTo>
                    <a:pt x="0" y="0"/>
                  </a:moveTo>
                  <a:lnTo>
                    <a:pt x="7180729" y="0"/>
                  </a:lnTo>
                  <a:lnTo>
                    <a:pt x="0" y="3429000"/>
                  </a:lnTo>
                  <a:lnTo>
                    <a:pt x="0" y="0"/>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2"/>
            <p:cNvSpPr/>
            <p:nvPr/>
          </p:nvSpPr>
          <p:spPr>
            <a:xfrm>
              <a:off x="-16043" y="593558"/>
              <a:ext cx="12208042" cy="6264442"/>
            </a:xfrm>
            <a:custGeom>
              <a:avLst/>
              <a:gdLst>
                <a:gd name="connsiteX0" fmla="*/ 0 w 12192000"/>
                <a:gd name="connsiteY0" fmla="*/ 0 h 6264442"/>
                <a:gd name="connsiteX1" fmla="*/ 12192000 w 12192000"/>
                <a:gd name="connsiteY1" fmla="*/ 0 h 6264442"/>
                <a:gd name="connsiteX2" fmla="*/ 12192000 w 12192000"/>
                <a:gd name="connsiteY2" fmla="*/ 6264442 h 6264442"/>
                <a:gd name="connsiteX3" fmla="*/ 0 w 12192000"/>
                <a:gd name="connsiteY3" fmla="*/ 6264442 h 6264442"/>
                <a:gd name="connsiteX4" fmla="*/ 0 w 12192000"/>
                <a:gd name="connsiteY4" fmla="*/ 0 h 6264442"/>
                <a:gd name="connsiteX0" fmla="*/ 0 w 12208042"/>
                <a:gd name="connsiteY0" fmla="*/ 5037221 h 6264442"/>
                <a:gd name="connsiteX1" fmla="*/ 12208042 w 12208042"/>
                <a:gd name="connsiteY1" fmla="*/ 0 h 6264442"/>
                <a:gd name="connsiteX2" fmla="*/ 12208042 w 12208042"/>
                <a:gd name="connsiteY2" fmla="*/ 6264442 h 6264442"/>
                <a:gd name="connsiteX3" fmla="*/ 16042 w 12208042"/>
                <a:gd name="connsiteY3" fmla="*/ 6264442 h 6264442"/>
                <a:gd name="connsiteX4" fmla="*/ 0 w 12208042"/>
                <a:gd name="connsiteY4" fmla="*/ 5037221 h 626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8042" h="6264442">
                  <a:moveTo>
                    <a:pt x="0" y="5037221"/>
                  </a:moveTo>
                  <a:lnTo>
                    <a:pt x="12208042" y="0"/>
                  </a:lnTo>
                  <a:lnTo>
                    <a:pt x="12208042" y="6264442"/>
                  </a:lnTo>
                  <a:lnTo>
                    <a:pt x="16042" y="6264442"/>
                  </a:lnTo>
                  <a:lnTo>
                    <a:pt x="0" y="5037221"/>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3"/>
            <p:cNvSpPr/>
            <p:nvPr/>
          </p:nvSpPr>
          <p:spPr>
            <a:xfrm>
              <a:off x="10479840" y="650915"/>
              <a:ext cx="1712160" cy="633400"/>
            </a:xfrm>
            <a:custGeom>
              <a:avLst/>
              <a:gdLst>
                <a:gd name="connsiteX0" fmla="*/ 0 w 1712160"/>
                <a:gd name="connsiteY0" fmla="*/ 0 h 633400"/>
                <a:gd name="connsiteX1" fmla="*/ 1712160 w 1712160"/>
                <a:gd name="connsiteY1" fmla="*/ 0 h 633400"/>
                <a:gd name="connsiteX2" fmla="*/ 1712160 w 1712160"/>
                <a:gd name="connsiteY2" fmla="*/ 633400 h 633400"/>
                <a:gd name="connsiteX3" fmla="*/ 0 w 1712160"/>
                <a:gd name="connsiteY3" fmla="*/ 633400 h 633400"/>
                <a:gd name="connsiteX4" fmla="*/ 0 w 1712160"/>
                <a:gd name="connsiteY4" fmla="*/ 0 h 633400"/>
                <a:gd name="connsiteX0" fmla="*/ 0 w 1712160"/>
                <a:gd name="connsiteY0" fmla="*/ 633400 h 633400"/>
                <a:gd name="connsiteX1" fmla="*/ 1712160 w 1712160"/>
                <a:gd name="connsiteY1" fmla="*/ 0 h 633400"/>
                <a:gd name="connsiteX2" fmla="*/ 1712160 w 1712160"/>
                <a:gd name="connsiteY2" fmla="*/ 633400 h 633400"/>
                <a:gd name="connsiteX3" fmla="*/ 0 w 1712160"/>
                <a:gd name="connsiteY3" fmla="*/ 633400 h 633400"/>
              </a:gdLst>
              <a:ahLst/>
              <a:cxnLst>
                <a:cxn ang="0">
                  <a:pos x="connsiteX0" y="connsiteY0"/>
                </a:cxn>
                <a:cxn ang="0">
                  <a:pos x="connsiteX1" y="connsiteY1"/>
                </a:cxn>
                <a:cxn ang="0">
                  <a:pos x="connsiteX2" y="connsiteY2"/>
                </a:cxn>
                <a:cxn ang="0">
                  <a:pos x="connsiteX3" y="connsiteY3"/>
                </a:cxn>
              </a:cxnLst>
              <a:rect l="l" t="t" r="r" b="b"/>
              <a:pathLst>
                <a:path w="1712160" h="633400">
                  <a:moveTo>
                    <a:pt x="0" y="633400"/>
                  </a:moveTo>
                  <a:lnTo>
                    <a:pt x="1712160" y="0"/>
                  </a:lnTo>
                  <a:lnTo>
                    <a:pt x="1712160" y="633400"/>
                  </a:lnTo>
                  <a:lnTo>
                    <a:pt x="0" y="633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32960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51510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9969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04478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245A8F-2627-41A1-8132-719BDFE92CD1}" type="slidenum">
              <a:rPr lang="zh-CN" altLang="en-US" smtClean="0"/>
              <a:t>‹#›</a:t>
            </a:fld>
            <a:endParaRPr lang="zh-CN" altLang="en-US"/>
          </a:p>
        </p:txBody>
      </p:sp>
      <p:sp>
        <p:nvSpPr>
          <p:cNvPr id="11" name="TextBox 3">
            <a:extLst>
              <a:ext uri="{FF2B5EF4-FFF2-40B4-BE49-F238E27FC236}">
                <a16:creationId xmlns:a16="http://schemas.microsoft.com/office/drawing/2014/main" id="{2996C8F5-4800-4892-C5D3-5C08DD931EA9}"/>
              </a:ext>
            </a:extLst>
          </p:cNvPr>
          <p:cNvSpPr txBox="1"/>
          <p:nvPr userDrawn="1"/>
        </p:nvSpPr>
        <p:spPr>
          <a:xfrm>
            <a:off x="212416" y="4650697"/>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4325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1069605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2" name="组合 1"/>
          <p:cNvGrpSpPr/>
          <p:nvPr userDrawn="1"/>
        </p:nvGrpSpPr>
        <p:grpSpPr>
          <a:xfrm>
            <a:off x="-16043" y="-1"/>
            <a:ext cx="12208043" cy="6858001"/>
            <a:chOff x="-16043" y="-1"/>
            <a:chExt cx="12208043" cy="6858001"/>
          </a:xfrm>
        </p:grpSpPr>
        <p:sp>
          <p:nvSpPr>
            <p:cNvPr id="3" name="矩形 2"/>
            <p:cNvSpPr/>
            <p:nvPr/>
          </p:nvSpPr>
          <p:spPr>
            <a:xfrm>
              <a:off x="-16043" y="0"/>
              <a:ext cx="12208042" cy="6858000"/>
            </a:xfrm>
            <a:prstGeom prst="rect">
              <a:avLst/>
            </a:prstGeom>
            <a:gradFill>
              <a:gsLst>
                <a:gs pos="100000">
                  <a:schemeClr val="bg1"/>
                </a:gs>
                <a:gs pos="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9"/>
            <p:cNvSpPr/>
            <p:nvPr/>
          </p:nvSpPr>
          <p:spPr>
            <a:xfrm>
              <a:off x="0" y="-1"/>
              <a:ext cx="8686800" cy="3829653"/>
            </a:xfrm>
            <a:custGeom>
              <a:avLst/>
              <a:gdLst>
                <a:gd name="connsiteX0" fmla="*/ 0 w 7180729"/>
                <a:gd name="connsiteY0" fmla="*/ 0 h 3429000"/>
                <a:gd name="connsiteX1" fmla="*/ 7180729 w 7180729"/>
                <a:gd name="connsiteY1" fmla="*/ 0 h 3429000"/>
                <a:gd name="connsiteX2" fmla="*/ 7180729 w 7180729"/>
                <a:gd name="connsiteY2" fmla="*/ 3429000 h 3429000"/>
                <a:gd name="connsiteX3" fmla="*/ 0 w 7180729"/>
                <a:gd name="connsiteY3" fmla="*/ 3429000 h 3429000"/>
                <a:gd name="connsiteX4" fmla="*/ 0 w 7180729"/>
                <a:gd name="connsiteY4" fmla="*/ 0 h 3429000"/>
                <a:gd name="connsiteX0" fmla="*/ 0 w 7180729"/>
                <a:gd name="connsiteY0" fmla="*/ 0 h 3429000"/>
                <a:gd name="connsiteX1" fmla="*/ 7180729 w 7180729"/>
                <a:gd name="connsiteY1" fmla="*/ 0 h 3429000"/>
                <a:gd name="connsiteX2" fmla="*/ 0 w 7180729"/>
                <a:gd name="connsiteY2" fmla="*/ 3429000 h 3429000"/>
                <a:gd name="connsiteX3" fmla="*/ 0 w 7180729"/>
                <a:gd name="connsiteY3" fmla="*/ 0 h 3429000"/>
              </a:gdLst>
              <a:ahLst/>
              <a:cxnLst>
                <a:cxn ang="0">
                  <a:pos x="connsiteX0" y="connsiteY0"/>
                </a:cxn>
                <a:cxn ang="0">
                  <a:pos x="connsiteX1" y="connsiteY1"/>
                </a:cxn>
                <a:cxn ang="0">
                  <a:pos x="connsiteX2" y="connsiteY2"/>
                </a:cxn>
                <a:cxn ang="0">
                  <a:pos x="connsiteX3" y="connsiteY3"/>
                </a:cxn>
              </a:cxnLst>
              <a:rect l="l" t="t" r="r" b="b"/>
              <a:pathLst>
                <a:path w="7180729" h="3429000">
                  <a:moveTo>
                    <a:pt x="0" y="0"/>
                  </a:moveTo>
                  <a:lnTo>
                    <a:pt x="7180729" y="0"/>
                  </a:lnTo>
                  <a:lnTo>
                    <a:pt x="0" y="3429000"/>
                  </a:lnTo>
                  <a:lnTo>
                    <a:pt x="0" y="0"/>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2"/>
            <p:cNvSpPr/>
            <p:nvPr/>
          </p:nvSpPr>
          <p:spPr>
            <a:xfrm>
              <a:off x="-16043" y="593558"/>
              <a:ext cx="12208042" cy="6264442"/>
            </a:xfrm>
            <a:custGeom>
              <a:avLst/>
              <a:gdLst>
                <a:gd name="connsiteX0" fmla="*/ 0 w 12192000"/>
                <a:gd name="connsiteY0" fmla="*/ 0 h 6264442"/>
                <a:gd name="connsiteX1" fmla="*/ 12192000 w 12192000"/>
                <a:gd name="connsiteY1" fmla="*/ 0 h 6264442"/>
                <a:gd name="connsiteX2" fmla="*/ 12192000 w 12192000"/>
                <a:gd name="connsiteY2" fmla="*/ 6264442 h 6264442"/>
                <a:gd name="connsiteX3" fmla="*/ 0 w 12192000"/>
                <a:gd name="connsiteY3" fmla="*/ 6264442 h 6264442"/>
                <a:gd name="connsiteX4" fmla="*/ 0 w 12192000"/>
                <a:gd name="connsiteY4" fmla="*/ 0 h 6264442"/>
                <a:gd name="connsiteX0" fmla="*/ 0 w 12208042"/>
                <a:gd name="connsiteY0" fmla="*/ 5037221 h 6264442"/>
                <a:gd name="connsiteX1" fmla="*/ 12208042 w 12208042"/>
                <a:gd name="connsiteY1" fmla="*/ 0 h 6264442"/>
                <a:gd name="connsiteX2" fmla="*/ 12208042 w 12208042"/>
                <a:gd name="connsiteY2" fmla="*/ 6264442 h 6264442"/>
                <a:gd name="connsiteX3" fmla="*/ 16042 w 12208042"/>
                <a:gd name="connsiteY3" fmla="*/ 6264442 h 6264442"/>
                <a:gd name="connsiteX4" fmla="*/ 0 w 12208042"/>
                <a:gd name="connsiteY4" fmla="*/ 5037221 h 626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8042" h="6264442">
                  <a:moveTo>
                    <a:pt x="0" y="5037221"/>
                  </a:moveTo>
                  <a:lnTo>
                    <a:pt x="12208042" y="0"/>
                  </a:lnTo>
                  <a:lnTo>
                    <a:pt x="12208042" y="6264442"/>
                  </a:lnTo>
                  <a:lnTo>
                    <a:pt x="16042" y="6264442"/>
                  </a:lnTo>
                  <a:lnTo>
                    <a:pt x="0" y="5037221"/>
                  </a:lnTo>
                  <a:close/>
                </a:path>
              </a:pathLst>
            </a:custGeom>
            <a:gradFill>
              <a:gsLst>
                <a:gs pos="0">
                  <a:schemeClr val="bg1"/>
                </a:gs>
                <a:gs pos="100000">
                  <a:srgbClr val="F8F8F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nvSpPr>
          <p:spPr>
            <a:xfrm>
              <a:off x="10479840" y="650915"/>
              <a:ext cx="1712160" cy="633400"/>
            </a:xfrm>
            <a:custGeom>
              <a:avLst/>
              <a:gdLst>
                <a:gd name="connsiteX0" fmla="*/ 0 w 1712160"/>
                <a:gd name="connsiteY0" fmla="*/ 0 h 633400"/>
                <a:gd name="connsiteX1" fmla="*/ 1712160 w 1712160"/>
                <a:gd name="connsiteY1" fmla="*/ 0 h 633400"/>
                <a:gd name="connsiteX2" fmla="*/ 1712160 w 1712160"/>
                <a:gd name="connsiteY2" fmla="*/ 633400 h 633400"/>
                <a:gd name="connsiteX3" fmla="*/ 0 w 1712160"/>
                <a:gd name="connsiteY3" fmla="*/ 633400 h 633400"/>
                <a:gd name="connsiteX4" fmla="*/ 0 w 1712160"/>
                <a:gd name="connsiteY4" fmla="*/ 0 h 633400"/>
                <a:gd name="connsiteX0" fmla="*/ 0 w 1712160"/>
                <a:gd name="connsiteY0" fmla="*/ 633400 h 633400"/>
                <a:gd name="connsiteX1" fmla="*/ 1712160 w 1712160"/>
                <a:gd name="connsiteY1" fmla="*/ 0 h 633400"/>
                <a:gd name="connsiteX2" fmla="*/ 1712160 w 1712160"/>
                <a:gd name="connsiteY2" fmla="*/ 633400 h 633400"/>
                <a:gd name="connsiteX3" fmla="*/ 0 w 1712160"/>
                <a:gd name="connsiteY3" fmla="*/ 633400 h 633400"/>
              </a:gdLst>
              <a:ahLst/>
              <a:cxnLst>
                <a:cxn ang="0">
                  <a:pos x="connsiteX0" y="connsiteY0"/>
                </a:cxn>
                <a:cxn ang="0">
                  <a:pos x="connsiteX1" y="connsiteY1"/>
                </a:cxn>
                <a:cxn ang="0">
                  <a:pos x="connsiteX2" y="connsiteY2"/>
                </a:cxn>
                <a:cxn ang="0">
                  <a:pos x="connsiteX3" y="connsiteY3"/>
                </a:cxn>
              </a:cxnLst>
              <a:rect l="l" t="t" r="r" b="b"/>
              <a:pathLst>
                <a:path w="1712160" h="633400">
                  <a:moveTo>
                    <a:pt x="0" y="633400"/>
                  </a:moveTo>
                  <a:lnTo>
                    <a:pt x="1712160" y="0"/>
                  </a:lnTo>
                  <a:lnTo>
                    <a:pt x="1712160" y="633400"/>
                  </a:lnTo>
                  <a:lnTo>
                    <a:pt x="0" y="633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1520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879877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735967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593094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3179012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13674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2483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2025/11/16</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51491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2025/11/16</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233074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50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flipH="1">
            <a:off x="0" y="0"/>
            <a:ext cx="12192000" cy="6857999"/>
          </a:xfrm>
          <a:prstGeom prst="rect">
            <a:avLst/>
          </a:prstGeom>
          <a:gradFill flip="none" rotWithShape="1">
            <a:gsLst>
              <a:gs pos="0">
                <a:schemeClr val="bg1"/>
              </a:gs>
              <a:gs pos="100000">
                <a:schemeClr val="bg1">
                  <a:lumMod val="95000"/>
                  <a:alpha val="7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454FF6-03A8-4C96-B5E8-E28FD8ECC7A1}" type="datetimeFigureOut">
              <a:rPr lang="zh-CN" altLang="en-US" smtClean="0"/>
              <a:t>2025/11/16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45A8F-2627-41A1-8132-719BDFE92CD1}" type="slidenum">
              <a:rPr lang="zh-CN" altLang="en-US" smtClean="0"/>
              <a:t>‹#›</a:t>
            </a:fld>
            <a:endParaRPr lang="zh-CN" altLang="en-US"/>
          </a:p>
        </p:txBody>
      </p:sp>
    </p:spTree>
    <p:extLst>
      <p:ext uri="{BB962C8B-B14F-4D97-AF65-F5344CB8AC3E}">
        <p14:creationId xmlns:p14="http://schemas.microsoft.com/office/powerpoint/2010/main" val="2045235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5"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319050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6712" y="3097224"/>
            <a:ext cx="7677487" cy="410177"/>
          </a:xfrm>
          <a:prstGeom prst="rect">
            <a:avLst/>
          </a:prstGeom>
          <a:noFill/>
          <a:ln>
            <a:noFill/>
          </a:ln>
        </p:spPr>
        <p:txBody>
          <a:bodyPr vert="horz" wrap="square" rtlCol="0">
            <a:spAutoFit/>
          </a:bodyPr>
          <a:lstStyle/>
          <a:p>
            <a:pPr>
              <a:lnSpc>
                <a:spcPts val="1575"/>
              </a:lnSpc>
              <a:buNone/>
            </a:pPr>
            <a:r>
              <a:rPr lang="zh-CN" altLang="en-US" sz="4800" dirty="0">
                <a:solidFill>
                  <a:schemeClr val="accent1">
                    <a:lumMod val="75000"/>
                  </a:schemeClr>
                </a:solidFill>
                <a:latin typeface="JetBrains Mono"/>
              </a:rPr>
              <a:t>铁路</a:t>
            </a:r>
            <a:r>
              <a:rPr lang="en-US" altLang="zh-CN" sz="4800" dirty="0">
                <a:solidFill>
                  <a:schemeClr val="accent1">
                    <a:lumMod val="75000"/>
                  </a:schemeClr>
                </a:solidFill>
                <a:latin typeface="JetBrains Mono"/>
              </a:rPr>
              <a:t>12306</a:t>
            </a:r>
            <a:r>
              <a:rPr lang="zh-CN" altLang="en-US" sz="4800" dirty="0">
                <a:solidFill>
                  <a:schemeClr val="accent1">
                    <a:lumMod val="75000"/>
                  </a:schemeClr>
                </a:solidFill>
                <a:latin typeface="JetBrains Mono"/>
              </a:rPr>
              <a:t>系统中期汇报</a:t>
            </a:r>
          </a:p>
        </p:txBody>
      </p:sp>
      <p:sp>
        <p:nvSpPr>
          <p:cNvPr id="6" name="矩形 5"/>
          <p:cNvSpPr/>
          <p:nvPr/>
        </p:nvSpPr>
        <p:spPr>
          <a:xfrm>
            <a:off x="586410" y="3708572"/>
            <a:ext cx="4511126" cy="412421"/>
          </a:xfrm>
          <a:prstGeom prst="rect">
            <a:avLst/>
          </a:prstGeom>
        </p:spPr>
        <p:txBody>
          <a:bodyPr wrap="square">
            <a:spAutoFit/>
          </a:bodyPr>
          <a:lstStyle/>
          <a:p>
            <a:pPr>
              <a:lnSpc>
                <a:spcPct val="130000"/>
              </a:lnSpc>
            </a:pPr>
            <a:r>
              <a:rPr lang="zh-CN" altLang="en-US" sz="800" dirty="0">
                <a:solidFill>
                  <a:schemeClr val="tx1">
                    <a:lumMod val="50000"/>
                    <a:lumOff val="50000"/>
                  </a:schemeClr>
                </a:solidFill>
                <a:latin typeface="方正黑体简体" panose="02010601030101010101" pitchFamily="2" charset="-122"/>
                <a:ea typeface="方正黑体简体" panose="02010601030101010101" pitchFamily="2" charset="-122"/>
              </a:rPr>
              <a:t>此处添加您的副标题文字说明解释文字内容此处添加您的副标题文字说明解释文字内容处添加您的副标题文字说明添加您的</a:t>
            </a:r>
          </a:p>
        </p:txBody>
      </p:sp>
      <p:sp>
        <p:nvSpPr>
          <p:cNvPr id="19" name="矩形 18"/>
          <p:cNvSpPr/>
          <p:nvPr/>
        </p:nvSpPr>
        <p:spPr>
          <a:xfrm>
            <a:off x="10858500" y="227330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84387" y="3314700"/>
            <a:ext cx="1851814" cy="3543299"/>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sp>
        <p:nvSpPr>
          <p:cNvPr id="18" name="矩形 17"/>
          <p:cNvSpPr/>
          <p:nvPr/>
        </p:nvSpPr>
        <p:spPr>
          <a:xfrm>
            <a:off x="9779000" y="2844800"/>
            <a:ext cx="889000" cy="88900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rot="16200000">
            <a:off x="6848731" y="1271540"/>
            <a:ext cx="2512226" cy="1077218"/>
          </a:xfrm>
          <a:prstGeom prst="rect">
            <a:avLst/>
          </a:prstGeom>
          <a:noFill/>
          <a:ln>
            <a:noFill/>
          </a:ln>
        </p:spPr>
        <p:txBody>
          <a:bodyPr vert="horz" wrap="none" rtlCol="0">
            <a:spAutoFit/>
          </a:bodyPr>
          <a:lstStyle/>
          <a:p>
            <a:r>
              <a:rPr lang="en-US" altLang="zh-CN" sz="6400" spc="600" dirty="0">
                <a:solidFill>
                  <a:schemeClr val="bg1"/>
                </a:solidFill>
                <a:latin typeface="方正黑体简体" panose="02010601030101010101" pitchFamily="2" charset="-122"/>
                <a:ea typeface="方正黑体简体" panose="02010601030101010101" pitchFamily="2" charset="-122"/>
              </a:rPr>
              <a:t>20XX</a:t>
            </a:r>
            <a:endParaRPr lang="zh-CN" altLang="en-US" sz="6400" spc="600" dirty="0">
              <a:solidFill>
                <a:schemeClr val="bg1"/>
              </a:solidFill>
              <a:latin typeface="方正黑体简体" panose="02010601030101010101" pitchFamily="2" charset="-122"/>
              <a:ea typeface="方正黑体简体" panose="02010601030101010101" pitchFamily="2" charset="-122"/>
            </a:endParaRPr>
          </a:p>
        </p:txBody>
      </p:sp>
      <p:sp>
        <p:nvSpPr>
          <p:cNvPr id="21" name="矩形 20"/>
          <p:cNvSpPr/>
          <p:nvPr/>
        </p:nvSpPr>
        <p:spPr>
          <a:xfrm>
            <a:off x="661493" y="4673600"/>
            <a:ext cx="1416897" cy="34290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方正黑体简体" panose="02010601030101010101" pitchFamily="2" charset="-122"/>
                <a:ea typeface="方正黑体简体" panose="02010601030101010101" pitchFamily="2" charset="-122"/>
              </a:rPr>
              <a:t>汇报人：</a:t>
            </a:r>
          </a:p>
        </p:txBody>
      </p:sp>
      <p:sp>
        <p:nvSpPr>
          <p:cNvPr id="4" name="矩形 3">
            <a:extLst>
              <a:ext uri="{FF2B5EF4-FFF2-40B4-BE49-F238E27FC236}">
                <a16:creationId xmlns:a16="http://schemas.microsoft.com/office/drawing/2014/main" id="{EE43A6C9-52D4-1435-F9B0-3DBC61D7ED7C}"/>
              </a:ext>
            </a:extLst>
          </p:cNvPr>
          <p:cNvSpPr/>
          <p:nvPr/>
        </p:nvSpPr>
        <p:spPr>
          <a:xfrm>
            <a:off x="661493" y="5569107"/>
            <a:ext cx="2936178" cy="34290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方正黑体简体" panose="02010601030101010101" pitchFamily="2" charset="-122"/>
                <a:ea typeface="方正黑体简体" panose="02010601030101010101" pitchFamily="2" charset="-122"/>
              </a:rPr>
              <a:t>小组成员：董孟哲  孟德轩</a:t>
            </a:r>
          </a:p>
        </p:txBody>
      </p:sp>
    </p:spTree>
    <p:extLst>
      <p:ext uri="{BB962C8B-B14F-4D97-AF65-F5344CB8AC3E}">
        <p14:creationId xmlns:p14="http://schemas.microsoft.com/office/powerpoint/2010/main" val="3675015762"/>
      </p:ext>
    </p:extLst>
  </p:cSld>
  <p:clrMapOvr>
    <a:masterClrMapping/>
  </p:clrMapOvr>
  <mc:AlternateContent xmlns:mc="http://schemas.openxmlformats.org/markup-compatibility/2006" xmlns:p14="http://schemas.microsoft.com/office/powerpoint/2010/main">
    <mc:Choice Requires="p14">
      <p:transition spd="slow" p14:dur="1400" advClick="0" advTm="3000">
        <p14:rippl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p:cTn id="10" dur="500" fill="hold"/>
                                        <p:tgtEl>
                                          <p:spTgt spid="20"/>
                                        </p:tgtEl>
                                        <p:attrNameLst>
                                          <p:attrName>ppt_w</p:attrName>
                                        </p:attrNameLst>
                                      </p:cBhvr>
                                      <p:tavLst>
                                        <p:tav tm="0">
                                          <p:val>
                                            <p:fltVal val="0"/>
                                          </p:val>
                                        </p:tav>
                                        <p:tav tm="100000">
                                          <p:val>
                                            <p:strVal val="#ppt_w"/>
                                          </p:val>
                                        </p:tav>
                                      </p:tavLst>
                                    </p:anim>
                                    <p:anim calcmode="lin" valueType="num">
                                      <p:cBhvr>
                                        <p:cTn id="11" dur="500" fill="hold"/>
                                        <p:tgtEl>
                                          <p:spTgt spid="20"/>
                                        </p:tgtEl>
                                        <p:attrNameLst>
                                          <p:attrName>ppt_h</p:attrName>
                                        </p:attrNameLst>
                                      </p:cBhvr>
                                      <p:tavLst>
                                        <p:tav tm="0">
                                          <p:val>
                                            <p:fltVal val="0"/>
                                          </p:val>
                                        </p:tav>
                                        <p:tav tm="100000">
                                          <p:val>
                                            <p:strVal val="#ppt_h"/>
                                          </p:val>
                                        </p:tav>
                                      </p:tavLst>
                                    </p:anim>
                                    <p:animEffect transition="in" filter="fade">
                                      <p:cBhvr>
                                        <p:cTn id="12" dur="500"/>
                                        <p:tgtEl>
                                          <p:spTgt spid="20"/>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par>
                          <p:cTn id="23" fill="hold">
                            <p:stCondLst>
                              <p:cond delay="750"/>
                            </p:stCondLst>
                            <p:childTnLst>
                              <p:par>
                                <p:cTn id="24" presetID="52" presetClass="entr" presetSubtype="0" fill="hold" grpId="0" nodeType="afterEffect">
                                  <p:stCondLst>
                                    <p:cond delay="0"/>
                                  </p:stCondLst>
                                  <p:iterate type="lt">
                                    <p:tmPct val="10000"/>
                                  </p:iterate>
                                  <p:childTnLst>
                                    <p:set>
                                      <p:cBhvr>
                                        <p:cTn id="25" dur="1" fill="hold">
                                          <p:stCondLst>
                                            <p:cond delay="0"/>
                                          </p:stCondLst>
                                        </p:cTn>
                                        <p:tgtEl>
                                          <p:spTgt spid="3"/>
                                        </p:tgtEl>
                                        <p:attrNameLst>
                                          <p:attrName>style.visibility</p:attrName>
                                        </p:attrNameLst>
                                      </p:cBhvr>
                                      <p:to>
                                        <p:strVal val="visible"/>
                                      </p:to>
                                    </p:set>
                                    <p:animScale>
                                      <p:cBhvr>
                                        <p:cTn id="26"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3"/>
                                        </p:tgtEl>
                                        <p:attrNameLst>
                                          <p:attrName>ppt_x</p:attrName>
                                          <p:attrName>ppt_y</p:attrName>
                                        </p:attrNameLst>
                                      </p:cBhvr>
                                    </p:animMotion>
                                    <p:animEffect transition="in" filter="fade">
                                      <p:cBhvr>
                                        <p:cTn id="28" dur="1000"/>
                                        <p:tgtEl>
                                          <p:spTgt spid="3"/>
                                        </p:tgtEl>
                                      </p:cBhvr>
                                    </p:animEffect>
                                  </p:childTnLst>
                                </p:cTn>
                              </p:par>
                            </p:childTnLst>
                          </p:cTn>
                        </p:par>
                        <p:par>
                          <p:cTn id="29" fill="hold">
                            <p:stCondLst>
                              <p:cond delay="2950"/>
                            </p:stCondLst>
                            <p:childTnLst>
                              <p:par>
                                <p:cTn id="30" presetID="14" presetClass="entr" presetSubtype="10"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randombar(horizontal)">
                                      <p:cBhvr>
                                        <p:cTn id="32" dur="500"/>
                                        <p:tgtEl>
                                          <p:spTgt spid="6"/>
                                        </p:tgtEl>
                                      </p:cBhvr>
                                    </p:animEffect>
                                  </p:childTnLst>
                                </p:cTn>
                              </p:par>
                            </p:childTnLst>
                          </p:cTn>
                        </p:par>
                        <p:par>
                          <p:cTn id="33" fill="hold">
                            <p:stCondLst>
                              <p:cond delay="345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p:stCondLst>
                              <p:cond delay="4450"/>
                            </p:stCondLst>
                            <p:childTnLst>
                              <p:par>
                                <p:cTn id="40" presetID="42" presetClass="entr" presetSubtype="0" fill="hold" grpId="0"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9" grpId="0" animBg="1"/>
      <p:bldP spid="13" grpId="0" animBg="1"/>
      <p:bldP spid="18" grpId="0" animBg="1"/>
      <p:bldP spid="20" grpId="0"/>
      <p:bldP spid="21"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p:cNvCxnSpPr/>
          <p:nvPr/>
        </p:nvCxnSpPr>
        <p:spPr>
          <a:xfrm>
            <a:off x="3160567" y="3438144"/>
            <a:ext cx="9031433"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9355" y="18289"/>
            <a:ext cx="3287318" cy="6839711"/>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sp>
        <p:nvSpPr>
          <p:cNvPr id="4" name="Freeform 5"/>
          <p:cNvSpPr>
            <a:spLocks/>
          </p:cNvSpPr>
          <p:nvPr/>
        </p:nvSpPr>
        <p:spPr bwMode="auto">
          <a:xfrm>
            <a:off x="2166000" y="1454763"/>
            <a:ext cx="2011680" cy="3966763"/>
          </a:xfrm>
          <a:custGeom>
            <a:avLst/>
            <a:gdLst>
              <a:gd name="T0" fmla="*/ 1531 w 4760"/>
              <a:gd name="T1" fmla="*/ 0 h 1417"/>
              <a:gd name="T2" fmla="*/ 0 w 4760"/>
              <a:gd name="T3" fmla="*/ 0 h 1417"/>
              <a:gd name="T4" fmla="*/ 0 w 4760"/>
              <a:gd name="T5" fmla="*/ 1417 h 1417"/>
              <a:gd name="T6" fmla="*/ 4760 w 4760"/>
              <a:gd name="T7" fmla="*/ 1417 h 1417"/>
              <a:gd name="T8" fmla="*/ 4760 w 4760"/>
              <a:gd name="T9" fmla="*/ 0 h 1417"/>
              <a:gd name="T10" fmla="*/ 3230 w 4760"/>
              <a:gd name="T11" fmla="*/ 0 h 1417"/>
            </a:gdLst>
            <a:ahLst/>
            <a:cxnLst>
              <a:cxn ang="0">
                <a:pos x="T0" y="T1"/>
              </a:cxn>
              <a:cxn ang="0">
                <a:pos x="T2" y="T3"/>
              </a:cxn>
              <a:cxn ang="0">
                <a:pos x="T4" y="T5"/>
              </a:cxn>
              <a:cxn ang="0">
                <a:pos x="T6" y="T7"/>
              </a:cxn>
              <a:cxn ang="0">
                <a:pos x="T8" y="T9"/>
              </a:cxn>
              <a:cxn ang="0">
                <a:pos x="T10" y="T11"/>
              </a:cxn>
            </a:cxnLst>
            <a:rect l="0" t="0" r="r" b="b"/>
            <a:pathLst>
              <a:path w="4760" h="1417">
                <a:moveTo>
                  <a:pt x="1531" y="0"/>
                </a:moveTo>
                <a:lnTo>
                  <a:pt x="0" y="0"/>
                </a:lnTo>
                <a:lnTo>
                  <a:pt x="0" y="1417"/>
                </a:lnTo>
                <a:lnTo>
                  <a:pt x="4760" y="1417"/>
                </a:lnTo>
                <a:lnTo>
                  <a:pt x="4760" y="0"/>
                </a:lnTo>
                <a:lnTo>
                  <a:pt x="3230" y="0"/>
                </a:lnTo>
              </a:path>
            </a:pathLst>
          </a:custGeom>
          <a:solidFill>
            <a:srgbClr val="596784">
              <a:alpha val="89804"/>
            </a:srgbClr>
          </a:solidFill>
          <a:ln w="19050" cap="flat">
            <a:noFill/>
            <a:prstDash val="solid"/>
            <a:miter lim="800000"/>
            <a:headEnd/>
            <a:tailEnd/>
          </a:ln>
        </p:spPr>
        <p:txBody>
          <a:bodyPr vert="horz" wrap="square" lIns="91435" tIns="45717" rIns="91435" bIns="45717" numCol="1" anchor="t" anchorCtr="0" compatLnSpc="1">
            <a:prstTxWarp prst="textNoShape">
              <a:avLst/>
            </a:prstTxWarp>
          </a:bodyPr>
          <a:lstStyle/>
          <a:p>
            <a:pPr>
              <a:lnSpc>
                <a:spcPct val="130000"/>
              </a:lnSpc>
            </a:pPr>
            <a:endParaRPr lang="zh-CN" altLang="en-US" sz="20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endParaRPr>
          </a:p>
        </p:txBody>
      </p:sp>
      <p:sp>
        <p:nvSpPr>
          <p:cNvPr id="8" name="TextBox 148"/>
          <p:cNvSpPr txBox="1"/>
          <p:nvPr/>
        </p:nvSpPr>
        <p:spPr>
          <a:xfrm>
            <a:off x="2744872" y="2390495"/>
            <a:ext cx="1402226" cy="2123658"/>
          </a:xfrm>
          <a:prstGeom prst="rect">
            <a:avLst/>
          </a:prstGeom>
          <a:noFill/>
        </p:spPr>
        <p:txBody>
          <a:bodyPr wrap="square" rtlCol="0">
            <a:spAutoFit/>
          </a:bodyPr>
          <a:lstStyle/>
          <a:p>
            <a:pPr algn="ctr"/>
            <a:r>
              <a:rPr lang="zh-CN" altLang="en-US" sz="6600" cap="all" spc="300" dirty="0">
                <a:solidFill>
                  <a:schemeClr val="bg1"/>
                </a:solidFill>
                <a:latin typeface="方正黑体简体" panose="02010601030101010101" pitchFamily="2" charset="-122"/>
                <a:ea typeface="方正黑体简体" panose="02010601030101010101" pitchFamily="2" charset="-122"/>
                <a:cs typeface="+mn-ea"/>
                <a:sym typeface="+mn-lt"/>
              </a:rPr>
              <a:t>目</a:t>
            </a:r>
            <a:endParaRPr lang="en-US" altLang="zh-CN" sz="6600" cap="all" spc="300" dirty="0">
              <a:solidFill>
                <a:schemeClr val="bg1"/>
              </a:solidFill>
              <a:latin typeface="方正黑体简体" panose="02010601030101010101" pitchFamily="2" charset="-122"/>
              <a:ea typeface="方正黑体简体" panose="02010601030101010101" pitchFamily="2" charset="-122"/>
              <a:cs typeface="+mn-ea"/>
              <a:sym typeface="+mn-lt"/>
            </a:endParaRPr>
          </a:p>
          <a:p>
            <a:pPr algn="ctr"/>
            <a:r>
              <a:rPr lang="zh-CN" altLang="en-US" sz="6600" cap="all" spc="300" dirty="0">
                <a:solidFill>
                  <a:schemeClr val="bg1"/>
                </a:solidFill>
                <a:latin typeface="方正黑体简体" panose="02010601030101010101" pitchFamily="2" charset="-122"/>
                <a:ea typeface="方正黑体简体" panose="02010601030101010101" pitchFamily="2" charset="-122"/>
                <a:cs typeface="+mn-ea"/>
                <a:sym typeface="+mn-lt"/>
              </a:rPr>
              <a:t>录</a:t>
            </a:r>
            <a:endParaRPr lang="en-US" altLang="zh-CN" sz="6600" cap="all" spc="3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p:cNvSpPr/>
          <p:nvPr/>
        </p:nvSpPr>
        <p:spPr>
          <a:xfrm rot="5400000">
            <a:off x="1216925" y="2980281"/>
            <a:ext cx="2994731" cy="892552"/>
          </a:xfrm>
          <a:prstGeom prst="rect">
            <a:avLst/>
          </a:prstGeom>
        </p:spPr>
        <p:txBody>
          <a:bodyPr wrap="none">
            <a:spAutoFit/>
          </a:bodyPr>
          <a:lstStyle/>
          <a:p>
            <a:pPr algn="ctr">
              <a:lnSpc>
                <a:spcPct val="130000"/>
              </a:lnSpc>
            </a:pPr>
            <a:r>
              <a:rPr lang="en-US" altLang="zh-CN" sz="4000" cap="all" dirty="0">
                <a:solidFill>
                  <a:schemeClr val="bg1"/>
                </a:solidFill>
                <a:latin typeface="方正黑体简体" panose="02010601030101010101" pitchFamily="2" charset="-122"/>
                <a:ea typeface="方正黑体简体" panose="02010601030101010101" pitchFamily="2" charset="-122"/>
                <a:cs typeface="+mn-ea"/>
                <a:sym typeface="+mn-lt"/>
              </a:rPr>
              <a:t>contents</a:t>
            </a:r>
            <a:endParaRPr lang="zh-CN" altLang="en-US" sz="4000" cap="all"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nvGrpSpPr>
          <p:cNvPr id="24" name="组合 23"/>
          <p:cNvGrpSpPr/>
          <p:nvPr/>
        </p:nvGrpSpPr>
        <p:grpSpPr>
          <a:xfrm>
            <a:off x="4158271" y="2630583"/>
            <a:ext cx="2646878" cy="995293"/>
            <a:chOff x="4211793" y="2588253"/>
            <a:chExt cx="2646878" cy="995293"/>
          </a:xfrm>
        </p:grpSpPr>
        <p:sp>
          <p:nvSpPr>
            <p:cNvPr id="21" name="椭圆 20"/>
            <p:cNvSpPr/>
            <p:nvPr/>
          </p:nvSpPr>
          <p:spPr>
            <a:xfrm>
              <a:off x="5262084" y="3292741"/>
              <a:ext cx="290805" cy="29080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01</a:t>
              </a:r>
              <a:endParaRPr lang="zh-CN" altLang="en-US" sz="1200" b="1" dirty="0">
                <a:latin typeface="方正黑体简体" panose="02010601030101010101" pitchFamily="2" charset="-122"/>
                <a:ea typeface="方正黑体简体" panose="02010601030101010101" pitchFamily="2" charset="-122"/>
              </a:endParaRPr>
            </a:p>
          </p:txBody>
        </p:sp>
        <p:sp>
          <p:nvSpPr>
            <p:cNvPr id="6" name="矩形 5"/>
            <p:cNvSpPr/>
            <p:nvPr/>
          </p:nvSpPr>
          <p:spPr>
            <a:xfrm>
              <a:off x="4211793" y="2588253"/>
              <a:ext cx="2646878"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完成情况与需求树</a:t>
              </a:r>
              <a:endParaRPr lang="en-US" altLang="zh-CN" sz="24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grpSp>
      <p:grpSp>
        <p:nvGrpSpPr>
          <p:cNvPr id="25" name="组合 24"/>
          <p:cNvGrpSpPr/>
          <p:nvPr/>
        </p:nvGrpSpPr>
        <p:grpSpPr>
          <a:xfrm>
            <a:off x="6679941" y="3292741"/>
            <a:ext cx="1434560" cy="1046524"/>
            <a:chOff x="4696394" y="3292741"/>
            <a:chExt cx="1434560" cy="1046524"/>
          </a:xfrm>
        </p:grpSpPr>
        <p:sp>
          <p:nvSpPr>
            <p:cNvPr id="26" name="椭圆 25"/>
            <p:cNvSpPr/>
            <p:nvPr/>
          </p:nvSpPr>
          <p:spPr>
            <a:xfrm>
              <a:off x="5262084" y="3292741"/>
              <a:ext cx="290805" cy="29080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02</a:t>
              </a:r>
              <a:endParaRPr lang="zh-CN" altLang="en-US" sz="1200" b="1" dirty="0">
                <a:latin typeface="方正黑体简体" panose="02010601030101010101" pitchFamily="2" charset="-122"/>
                <a:ea typeface="方正黑体简体" panose="02010601030101010101" pitchFamily="2" charset="-122"/>
              </a:endParaRPr>
            </a:p>
          </p:txBody>
        </p:sp>
        <p:sp>
          <p:nvSpPr>
            <p:cNvPr id="28" name="矩形 27"/>
            <p:cNvSpPr/>
            <p:nvPr/>
          </p:nvSpPr>
          <p:spPr>
            <a:xfrm>
              <a:off x="4696394" y="3813608"/>
              <a:ext cx="1434560"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成功案例</a:t>
              </a:r>
            </a:p>
          </p:txBody>
        </p:sp>
      </p:grpSp>
      <p:grpSp>
        <p:nvGrpSpPr>
          <p:cNvPr id="30" name="组合 29"/>
          <p:cNvGrpSpPr/>
          <p:nvPr/>
        </p:nvGrpSpPr>
        <p:grpSpPr>
          <a:xfrm>
            <a:off x="8368063" y="2267769"/>
            <a:ext cx="1434560" cy="1315777"/>
            <a:chOff x="4696394" y="2267769"/>
            <a:chExt cx="1434560" cy="1315777"/>
          </a:xfrm>
        </p:grpSpPr>
        <p:sp>
          <p:nvSpPr>
            <p:cNvPr id="31" name="椭圆 30"/>
            <p:cNvSpPr/>
            <p:nvPr/>
          </p:nvSpPr>
          <p:spPr>
            <a:xfrm>
              <a:off x="5262084" y="3292741"/>
              <a:ext cx="290805" cy="29080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03</a:t>
              </a:r>
              <a:endParaRPr lang="zh-CN" altLang="en-US" sz="1200" b="1" dirty="0">
                <a:latin typeface="方正黑体简体" panose="02010601030101010101" pitchFamily="2" charset="-122"/>
                <a:ea typeface="方正黑体简体" panose="02010601030101010101" pitchFamily="2" charset="-122"/>
              </a:endParaRPr>
            </a:p>
          </p:txBody>
        </p:sp>
        <p:sp>
          <p:nvSpPr>
            <p:cNvPr id="33" name="矩形 32"/>
            <p:cNvSpPr/>
            <p:nvPr/>
          </p:nvSpPr>
          <p:spPr>
            <a:xfrm>
              <a:off x="4696394" y="2267769"/>
              <a:ext cx="1434560"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失败案例</a:t>
              </a:r>
            </a:p>
          </p:txBody>
        </p:sp>
      </p:grpSp>
      <p:grpSp>
        <p:nvGrpSpPr>
          <p:cNvPr id="35" name="组合 34"/>
          <p:cNvGrpSpPr/>
          <p:nvPr/>
        </p:nvGrpSpPr>
        <p:grpSpPr>
          <a:xfrm>
            <a:off x="10056185" y="3292741"/>
            <a:ext cx="1723549" cy="1001645"/>
            <a:chOff x="4696394" y="3292741"/>
            <a:chExt cx="1723549" cy="1001645"/>
          </a:xfrm>
        </p:grpSpPr>
        <p:sp>
          <p:nvSpPr>
            <p:cNvPr id="36" name="椭圆 35"/>
            <p:cNvSpPr/>
            <p:nvPr/>
          </p:nvSpPr>
          <p:spPr>
            <a:xfrm>
              <a:off x="5262084" y="3292741"/>
              <a:ext cx="290805" cy="29080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200" b="1" dirty="0">
                  <a:latin typeface="方正黑体简体" panose="02010601030101010101" pitchFamily="2" charset="-122"/>
                  <a:ea typeface="方正黑体简体" panose="02010601030101010101" pitchFamily="2" charset="-122"/>
                </a:rPr>
                <a:t>04</a:t>
              </a:r>
              <a:endParaRPr lang="zh-CN" altLang="en-US" sz="1200" b="1" dirty="0">
                <a:latin typeface="方正黑体简体" panose="02010601030101010101" pitchFamily="2" charset="-122"/>
                <a:ea typeface="方正黑体简体" panose="02010601030101010101" pitchFamily="2" charset="-122"/>
              </a:endParaRPr>
            </a:p>
          </p:txBody>
        </p:sp>
        <p:sp>
          <p:nvSpPr>
            <p:cNvPr id="38" name="矩形 37"/>
            <p:cNvSpPr/>
            <p:nvPr/>
          </p:nvSpPr>
          <p:spPr>
            <a:xfrm>
              <a:off x="4696394" y="3768729"/>
              <a:ext cx="1723549" cy="525657"/>
            </a:xfrm>
            <a:prstGeom prst="rect">
              <a:avLst/>
            </a:prstGeom>
            <a:noFill/>
            <a:effectLst/>
          </p:spPr>
          <p:txBody>
            <a:bodyPr wrap="none">
              <a:spAutoFit/>
            </a:bodyPr>
            <a:lstStyle/>
            <a:p>
              <a:pPr fontAlgn="auto">
                <a:lnSpc>
                  <a:spcPct val="130000"/>
                </a:lnSpc>
                <a:defRPr/>
              </a:pPr>
              <a:r>
                <a:rPr lang="zh-CN" altLang="en-US" sz="2400" b="1" dirty="0">
                  <a:solidFill>
                    <a:srgbClr val="554B4F"/>
                  </a:solidFill>
                  <a:latin typeface="方正黑体简体" panose="02010601030101010101" pitchFamily="2" charset="-122"/>
                  <a:ea typeface="方正黑体简体" panose="02010601030101010101" pitchFamily="2" charset="-122"/>
                  <a:cs typeface="+mn-ea"/>
                  <a:sym typeface="+mn-lt"/>
                </a:rPr>
                <a:t>协作与展望</a:t>
              </a:r>
              <a:endParaRPr lang="en-US" altLang="zh-CN" sz="24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grpSp>
    </p:spTree>
    <p:extLst>
      <p:ext uri="{BB962C8B-B14F-4D97-AF65-F5344CB8AC3E}">
        <p14:creationId xmlns:p14="http://schemas.microsoft.com/office/powerpoint/2010/main" val="3378871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2" presetClass="entr" presetSubtype="4"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ppt_y</p:attrName>
                                        </p:attrNameLst>
                                      </p:cBhvr>
                                      <p:tavLst>
                                        <p:tav tm="0">
                                          <p:val>
                                            <p:strVal val="#ppt_y+#ppt_h*1.125000"/>
                                          </p:val>
                                        </p:tav>
                                        <p:tav tm="100000">
                                          <p:val>
                                            <p:strVal val="#ppt_y"/>
                                          </p:val>
                                        </p:tav>
                                      </p:tavLst>
                                    </p:anim>
                                    <p:animEffect transition="in" filter="wipe(up)">
                                      <p:cBhvr>
                                        <p:cTn id="13" dur="5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4CDA52-94A5-7048-2FDC-0DB9DC37ADAC}"/>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p:cNvSpPr txBox="1"/>
          <p:nvPr/>
        </p:nvSpPr>
        <p:spPr>
          <a:xfrm>
            <a:off x="3759625" y="553591"/>
            <a:ext cx="6264967" cy="97757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需求树</a:t>
            </a:r>
          </a:p>
        </p:txBody>
      </p:sp>
      <p:sp>
        <p:nvSpPr>
          <p:cNvPr id="50" name="TextBox 49"/>
          <p:cNvSpPr txBox="1"/>
          <p:nvPr/>
        </p:nvSpPr>
        <p:spPr>
          <a:xfrm>
            <a:off x="3759625" y="1916848"/>
            <a:ext cx="7042520" cy="3693319"/>
          </a:xfrm>
          <a:prstGeom prst="rect">
            <a:avLst/>
          </a:prstGeom>
          <a:noFill/>
        </p:spPr>
        <p:txBody>
          <a:bodyPr wrap="square" lIns="0" tIns="0" rIns="0" bIns="0" rtlCol="0">
            <a:spAutoFit/>
          </a:bodyPr>
          <a:lstStyle/>
          <a:p>
            <a:r>
              <a:rPr lang="en-US" altLang="zh-CN" sz="2000" dirty="0">
                <a:solidFill>
                  <a:schemeClr val="tx2">
                    <a:lumMod val="75000"/>
                  </a:schemeClr>
                </a:solidFill>
              </a:rPr>
              <a:t>  - </a:t>
            </a:r>
            <a:r>
              <a:rPr lang="zh-CN" altLang="en-US" sz="2000" dirty="0">
                <a:solidFill>
                  <a:schemeClr val="tx2">
                    <a:lumMod val="75000"/>
                  </a:schemeClr>
                </a:solidFill>
              </a:rPr>
              <a:t>车票查询 → 条件输入（出发地</a:t>
            </a:r>
            <a:r>
              <a:rPr lang="en-US" altLang="zh-CN" sz="2000" dirty="0">
                <a:solidFill>
                  <a:schemeClr val="tx2">
                    <a:lumMod val="75000"/>
                  </a:schemeClr>
                </a:solidFill>
              </a:rPr>
              <a:t>/</a:t>
            </a:r>
            <a:r>
              <a:rPr lang="zh-CN" altLang="en-US" sz="2000" dirty="0">
                <a:solidFill>
                  <a:schemeClr val="tx2">
                    <a:lumMod val="75000"/>
                  </a:schemeClr>
                </a:solidFill>
              </a:rPr>
              <a:t>到达地</a:t>
            </a:r>
            <a:r>
              <a:rPr lang="en-US" altLang="zh-CN" sz="2000" dirty="0">
                <a:solidFill>
                  <a:schemeClr val="tx2">
                    <a:lumMod val="75000"/>
                  </a:schemeClr>
                </a:solidFill>
              </a:rPr>
              <a:t>/</a:t>
            </a:r>
            <a:r>
              <a:rPr lang="zh-CN" altLang="en-US" sz="2000" dirty="0">
                <a:solidFill>
                  <a:schemeClr val="tx2">
                    <a:lumMod val="75000"/>
                  </a:schemeClr>
                </a:solidFill>
              </a:rPr>
              <a:t>日期）→ 列表展示</a:t>
            </a:r>
            <a:r>
              <a:rPr lang="en-US" altLang="zh-CN" sz="2000" dirty="0">
                <a:solidFill>
                  <a:schemeClr val="tx2">
                    <a:lumMod val="75000"/>
                  </a:schemeClr>
                </a:solidFill>
              </a:rPr>
              <a:t>/        </a:t>
            </a:r>
            <a:r>
              <a:rPr lang="zh-CN" altLang="en-US" sz="2000" dirty="0">
                <a:solidFill>
                  <a:schemeClr val="tx2">
                    <a:lumMod val="75000"/>
                  </a:schemeClr>
                </a:solidFill>
              </a:rPr>
              <a:t>筛选 → 进入详情</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车次详情 → 车次基本信息</a:t>
            </a:r>
            <a:r>
              <a:rPr lang="en-US" altLang="zh-CN" sz="2000" dirty="0">
                <a:solidFill>
                  <a:schemeClr val="tx2">
                    <a:lumMod val="75000"/>
                  </a:schemeClr>
                </a:solidFill>
              </a:rPr>
              <a:t>/</a:t>
            </a:r>
            <a:r>
              <a:rPr lang="zh-CN" altLang="en-US" sz="2000" dirty="0">
                <a:solidFill>
                  <a:schemeClr val="tx2">
                    <a:lumMod val="75000"/>
                  </a:schemeClr>
                </a:solidFill>
              </a:rPr>
              <a:t>停靠站 → 座位类型与价格</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订单管理 → 订单创建</a:t>
            </a:r>
            <a:r>
              <a:rPr lang="en-US" altLang="zh-CN" sz="2000" dirty="0">
                <a:solidFill>
                  <a:schemeClr val="tx2">
                    <a:lumMod val="75000"/>
                  </a:schemeClr>
                </a:solidFill>
              </a:rPr>
              <a:t>/</a:t>
            </a:r>
            <a:r>
              <a:rPr lang="zh-CN" altLang="en-US" sz="2000" dirty="0">
                <a:solidFill>
                  <a:schemeClr val="tx2">
                    <a:lumMod val="75000"/>
                  </a:schemeClr>
                </a:solidFill>
              </a:rPr>
              <a:t>填写 → 支付状态</a:t>
            </a:r>
            <a:r>
              <a:rPr lang="en-US" altLang="zh-CN" sz="2000" dirty="0">
                <a:solidFill>
                  <a:schemeClr val="tx2">
                    <a:lumMod val="75000"/>
                  </a:schemeClr>
                </a:solidFill>
              </a:rPr>
              <a:t>/</a:t>
            </a:r>
            <a:r>
              <a:rPr lang="zh-CN" altLang="en-US" sz="2000" dirty="0">
                <a:solidFill>
                  <a:schemeClr val="tx2">
                    <a:lumMod val="75000"/>
                  </a:schemeClr>
                </a:solidFill>
              </a:rPr>
              <a:t>订单列表与详情</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鉴权 → 登录（口令</a:t>
            </a:r>
            <a:r>
              <a:rPr lang="en-US" altLang="zh-CN" sz="2000" dirty="0">
                <a:solidFill>
                  <a:schemeClr val="tx2">
                    <a:lumMod val="75000"/>
                  </a:schemeClr>
                </a:solidFill>
              </a:rPr>
              <a:t>/</a:t>
            </a:r>
            <a:r>
              <a:rPr lang="zh-CN" altLang="en-US" sz="2000" dirty="0">
                <a:solidFill>
                  <a:schemeClr val="tx2">
                    <a:lumMod val="75000"/>
                  </a:schemeClr>
                </a:solidFill>
              </a:rPr>
              <a:t>短信）→ 注册（校验</a:t>
            </a:r>
            <a:r>
              <a:rPr lang="en-US" altLang="zh-CN" sz="2000" dirty="0">
                <a:solidFill>
                  <a:schemeClr val="tx2">
                    <a:lumMod val="75000"/>
                  </a:schemeClr>
                </a:solidFill>
              </a:rPr>
              <a:t>/</a:t>
            </a:r>
            <a:r>
              <a:rPr lang="zh-CN" altLang="en-US" sz="2000" dirty="0">
                <a:solidFill>
                  <a:schemeClr val="tx2">
                    <a:lumMod val="75000"/>
                  </a:schemeClr>
                </a:solidFill>
              </a:rPr>
              <a:t>验证码</a:t>
            </a:r>
            <a:r>
              <a:rPr lang="en-US" altLang="zh-CN" sz="2000" dirty="0">
                <a:solidFill>
                  <a:schemeClr val="tx2">
                    <a:lumMod val="75000"/>
                  </a:schemeClr>
                </a:solidFill>
              </a:rPr>
              <a:t>/</a:t>
            </a:r>
            <a:r>
              <a:rPr lang="zh-CN" altLang="en-US" sz="2000" dirty="0">
                <a:solidFill>
                  <a:schemeClr val="tx2">
                    <a:lumMod val="75000"/>
                  </a:schemeClr>
                </a:solidFill>
              </a:rPr>
              <a:t>入库）→ 服务条款</a:t>
            </a:r>
            <a:r>
              <a:rPr lang="en-US" altLang="zh-CN" sz="2000" dirty="0">
                <a:solidFill>
                  <a:schemeClr val="tx2">
                    <a:lumMod val="75000"/>
                  </a:schemeClr>
                </a:solidFill>
              </a:rPr>
              <a:t>/</a:t>
            </a:r>
            <a:r>
              <a:rPr lang="zh-CN" altLang="en-US" sz="2000" dirty="0">
                <a:solidFill>
                  <a:schemeClr val="tx2">
                    <a:lumMod val="75000"/>
                  </a:schemeClr>
                </a:solidFill>
              </a:rPr>
              <a:t>隐私政策</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个人中心 → 用户信息展示</a:t>
            </a:r>
            <a:r>
              <a:rPr lang="en-US" altLang="zh-CN" sz="2000" dirty="0">
                <a:solidFill>
                  <a:schemeClr val="tx2">
                    <a:lumMod val="75000"/>
                  </a:schemeClr>
                </a:solidFill>
              </a:rPr>
              <a:t>/</a:t>
            </a:r>
            <a:r>
              <a:rPr lang="zh-CN" altLang="en-US" sz="2000" dirty="0">
                <a:solidFill>
                  <a:schemeClr val="tx2">
                    <a:lumMod val="75000"/>
                  </a:schemeClr>
                </a:solidFill>
              </a:rPr>
              <a:t>账户设置</a:t>
            </a:r>
            <a:r>
              <a:rPr lang="en-US" altLang="zh-CN" sz="2000" dirty="0">
                <a:solidFill>
                  <a:schemeClr val="tx2">
                    <a:lumMod val="75000"/>
                  </a:schemeClr>
                </a:solidFill>
              </a:rPr>
              <a:t>/</a:t>
            </a:r>
            <a:r>
              <a:rPr lang="zh-CN" altLang="en-US" sz="2000" dirty="0">
                <a:solidFill>
                  <a:schemeClr val="tx2">
                    <a:lumMod val="75000"/>
                  </a:schemeClr>
                </a:solidFill>
              </a:rPr>
              <a:t>订单历史</a:t>
            </a:r>
          </a:p>
          <a:p>
            <a:r>
              <a:rPr lang="zh-CN" altLang="en-US" sz="2000" dirty="0">
                <a:solidFill>
                  <a:schemeClr val="tx2">
                    <a:lumMod val="75000"/>
                  </a:schemeClr>
                </a:solidFill>
              </a:rPr>
              <a:t>数量统计：</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已总结场景数：</a:t>
            </a:r>
            <a:r>
              <a:rPr lang="en-US" altLang="zh-CN" sz="2000" dirty="0">
                <a:solidFill>
                  <a:schemeClr val="tx2">
                    <a:lumMod val="75000"/>
                  </a:schemeClr>
                </a:solidFill>
              </a:rPr>
              <a:t>5</a:t>
            </a:r>
          </a:p>
          <a:p>
            <a:r>
              <a:rPr lang="en-US" altLang="zh-CN" sz="2000" dirty="0">
                <a:solidFill>
                  <a:schemeClr val="tx2">
                    <a:lumMod val="75000"/>
                  </a:schemeClr>
                </a:solidFill>
              </a:rPr>
              <a:t>  -</a:t>
            </a:r>
            <a:r>
              <a:rPr lang="zh-CN" altLang="en-US" sz="2000" dirty="0">
                <a:solidFill>
                  <a:schemeClr val="tx2">
                    <a:lumMod val="75000"/>
                  </a:schemeClr>
                </a:solidFill>
              </a:rPr>
              <a:t> 已完成（端到端）：</a:t>
            </a:r>
            <a:r>
              <a:rPr lang="en-US" altLang="zh-CN" sz="2000" dirty="0">
                <a:solidFill>
                  <a:schemeClr val="tx2">
                    <a:lumMod val="75000"/>
                  </a:schemeClr>
                </a:solidFill>
              </a:rPr>
              <a:t>1</a:t>
            </a:r>
            <a:r>
              <a:rPr lang="zh-CN" altLang="en-US" sz="2000" dirty="0">
                <a:solidFill>
                  <a:schemeClr val="tx2">
                    <a:lumMod val="75000"/>
                  </a:schemeClr>
                </a:solidFill>
              </a:rPr>
              <a:t>（注册）</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部分完成：</a:t>
            </a:r>
            <a:r>
              <a:rPr lang="en-US" altLang="zh-CN" sz="2000" dirty="0">
                <a:solidFill>
                  <a:schemeClr val="tx2">
                    <a:lumMod val="75000"/>
                  </a:schemeClr>
                </a:solidFill>
              </a:rPr>
              <a:t>4</a:t>
            </a:r>
            <a:r>
              <a:rPr lang="zh-CN" altLang="en-US" sz="2000" dirty="0">
                <a:solidFill>
                  <a:schemeClr val="tx2">
                    <a:lumMod val="75000"/>
                  </a:schemeClr>
                </a:solidFill>
              </a:rPr>
              <a:t>（车票查询、车次详情、订单管理、登录）</a:t>
            </a:r>
          </a:p>
          <a:p>
            <a:r>
              <a:rPr lang="zh-CN" altLang="en-US" sz="2000" dirty="0">
                <a:solidFill>
                  <a:schemeClr val="tx2">
                    <a:lumMod val="75000"/>
                  </a:schemeClr>
                </a:solidFill>
              </a:rPr>
              <a:t>  </a:t>
            </a:r>
            <a:r>
              <a:rPr lang="en-US" altLang="zh-CN" sz="2000" dirty="0">
                <a:solidFill>
                  <a:schemeClr val="tx2">
                    <a:lumMod val="75000"/>
                  </a:schemeClr>
                </a:solidFill>
              </a:rPr>
              <a:t>-</a:t>
            </a:r>
            <a:r>
              <a:rPr lang="zh-CN" altLang="en-US" sz="2000" dirty="0">
                <a:solidFill>
                  <a:schemeClr val="tx2">
                    <a:lumMod val="75000"/>
                  </a:schemeClr>
                </a:solidFill>
              </a:rPr>
              <a:t> 未完成：</a:t>
            </a:r>
            <a:r>
              <a:rPr lang="en-US" altLang="zh-CN" sz="2000" dirty="0">
                <a:solidFill>
                  <a:schemeClr val="tx2">
                    <a:lumMod val="75000"/>
                  </a:schemeClr>
                </a:solidFill>
              </a:rPr>
              <a:t>1</a:t>
            </a:r>
            <a:r>
              <a:rPr lang="zh-CN" altLang="en-US" sz="2000" dirty="0">
                <a:solidFill>
                  <a:schemeClr val="tx2">
                    <a:lumMod val="75000"/>
                  </a:schemeClr>
                </a:solidFill>
              </a:rPr>
              <a:t>（个人中心）</a:t>
            </a:r>
          </a:p>
        </p:txBody>
      </p:sp>
      <p:sp>
        <p:nvSpPr>
          <p:cNvPr id="14" name="矩形 13"/>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9097240"/>
      </p:ext>
    </p:extLst>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par>
                          <p:cTn id="30" fill="hold">
                            <p:stCondLst>
                              <p:cond delay="1250"/>
                            </p:stCondLst>
                            <p:childTnLst>
                              <p:par>
                                <p:cTn id="31" presetID="42" presetClass="entr" presetSubtype="0" fill="hold" grpId="0" nodeType="after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anim calcmode="lin" valueType="num">
                                      <p:cBhvr>
                                        <p:cTn id="34" dur="500" fill="hold"/>
                                        <p:tgtEl>
                                          <p:spTgt spid="50"/>
                                        </p:tgtEl>
                                        <p:attrNameLst>
                                          <p:attrName>ppt_x</p:attrName>
                                        </p:attrNameLst>
                                      </p:cBhvr>
                                      <p:tavLst>
                                        <p:tav tm="0">
                                          <p:val>
                                            <p:strVal val="#ppt_x"/>
                                          </p:val>
                                        </p:tav>
                                        <p:tav tm="100000">
                                          <p:val>
                                            <p:strVal val="#ppt_x"/>
                                          </p:val>
                                        </p:tav>
                                      </p:tavLst>
                                    </p:anim>
                                    <p:anim calcmode="lin" valueType="num">
                                      <p:cBhvr>
                                        <p:cTn id="35" dur="5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14" grpId="0" animBg="1"/>
      <p:bldP spid="16" grpId="0"/>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椭圆 80"/>
          <p:cNvSpPr/>
          <p:nvPr/>
        </p:nvSpPr>
        <p:spPr>
          <a:xfrm>
            <a:off x="484708" y="2339621"/>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1</a:t>
            </a:r>
            <a:endParaRPr lang="zh-CN" altLang="en-US" sz="2400" dirty="0">
              <a:latin typeface="Impact MT Std" pitchFamily="34" charset="0"/>
              <a:ea typeface="微软雅黑" pitchFamily="34" charset="-122"/>
            </a:endParaRPr>
          </a:p>
        </p:txBody>
      </p:sp>
      <p:sp>
        <p:nvSpPr>
          <p:cNvPr id="84" name="椭圆 83"/>
          <p:cNvSpPr/>
          <p:nvPr/>
        </p:nvSpPr>
        <p:spPr>
          <a:xfrm>
            <a:off x="498930" y="4484412"/>
            <a:ext cx="576472" cy="57678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2</a:t>
            </a:r>
            <a:endParaRPr lang="zh-CN" altLang="en-US" sz="2400" dirty="0">
              <a:latin typeface="Impact MT Std" pitchFamily="34" charset="0"/>
              <a:ea typeface="微软雅黑" pitchFamily="34" charset="-122"/>
            </a:endParaRPr>
          </a:p>
        </p:txBody>
      </p:sp>
      <p:sp>
        <p:nvSpPr>
          <p:cNvPr id="87" name="椭圆 86"/>
          <p:cNvSpPr/>
          <p:nvPr/>
        </p:nvSpPr>
        <p:spPr>
          <a:xfrm>
            <a:off x="5392193" y="295789"/>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3</a:t>
            </a:r>
            <a:endParaRPr lang="zh-CN" altLang="en-US" sz="2400" dirty="0">
              <a:latin typeface="Impact MT Std" pitchFamily="34" charset="0"/>
              <a:ea typeface="微软雅黑" pitchFamily="34" charset="-122"/>
            </a:endParaRPr>
          </a:p>
        </p:txBody>
      </p:sp>
      <p:sp>
        <p:nvSpPr>
          <p:cNvPr id="90" name="椭圆 89"/>
          <p:cNvSpPr/>
          <p:nvPr/>
        </p:nvSpPr>
        <p:spPr>
          <a:xfrm>
            <a:off x="5357726" y="2312733"/>
            <a:ext cx="576472" cy="576785"/>
          </a:xfrm>
          <a:prstGeom prst="ellipse">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4</a:t>
            </a:r>
            <a:endParaRPr lang="zh-CN" altLang="en-US" sz="2400" dirty="0">
              <a:latin typeface="Impact MT Std" pitchFamily="34" charset="0"/>
              <a:ea typeface="微软雅黑" pitchFamily="34" charset="-122"/>
            </a:endParaRPr>
          </a:p>
        </p:txBody>
      </p:sp>
      <p:sp>
        <p:nvSpPr>
          <p:cNvPr id="93" name="椭圆 92"/>
          <p:cNvSpPr/>
          <p:nvPr/>
        </p:nvSpPr>
        <p:spPr>
          <a:xfrm>
            <a:off x="5357726" y="4588138"/>
            <a:ext cx="576472" cy="576785"/>
          </a:xfrm>
          <a:prstGeom prst="ellipse">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r>
              <a:rPr lang="en-US" altLang="zh-CN" sz="2400" dirty="0">
                <a:latin typeface="Impact MT Std" pitchFamily="34" charset="0"/>
                <a:ea typeface="微软雅黑" pitchFamily="34" charset="-122"/>
              </a:rPr>
              <a:t>5</a:t>
            </a:r>
            <a:endParaRPr lang="zh-CN" altLang="en-US" sz="2400" dirty="0">
              <a:latin typeface="Impact MT Std" pitchFamily="34" charset="0"/>
              <a:ea typeface="微软雅黑" pitchFamily="34" charset="-122"/>
            </a:endParaRPr>
          </a:p>
        </p:txBody>
      </p:sp>
      <p:grpSp>
        <p:nvGrpSpPr>
          <p:cNvPr id="26" name="组合 25"/>
          <p:cNvGrpSpPr/>
          <p:nvPr/>
        </p:nvGrpSpPr>
        <p:grpSpPr>
          <a:xfrm>
            <a:off x="394446" y="0"/>
            <a:ext cx="1729006" cy="994611"/>
            <a:chOff x="394446" y="0"/>
            <a:chExt cx="1729006" cy="994611"/>
          </a:xfrm>
        </p:grpSpPr>
        <p:sp>
          <p:nvSpPr>
            <p:cNvPr id="27" name="文本框 26">
              <a:extLst>
                <a:ext uri="{FF2B5EF4-FFF2-40B4-BE49-F238E27FC236}">
                  <a16:creationId xmlns:a16="http://schemas.microsoft.com/office/drawing/2014/main" id="{C9FE3F12-EF2B-4C2B-8DA1-3D9B6D947A7C}"/>
                </a:ext>
              </a:extLst>
            </p:cNvPr>
            <p:cNvSpPr txBox="1"/>
            <p:nvPr/>
          </p:nvSpPr>
          <p:spPr>
            <a:xfrm>
              <a:off x="1220641" y="165104"/>
              <a:ext cx="902811"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首页</a:t>
              </a:r>
            </a:p>
          </p:txBody>
        </p:sp>
        <p:grpSp>
          <p:nvGrpSpPr>
            <p:cNvPr id="29" name="组合 28"/>
            <p:cNvGrpSpPr/>
            <p:nvPr/>
          </p:nvGrpSpPr>
          <p:grpSpPr>
            <a:xfrm>
              <a:off x="394446" y="0"/>
              <a:ext cx="666734" cy="994611"/>
              <a:chOff x="514366" y="0"/>
              <a:chExt cx="666734" cy="994611"/>
            </a:xfrm>
          </p:grpSpPr>
          <p:sp>
            <p:nvSpPr>
              <p:cNvPr id="30" name="矩形 29"/>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文本框 1">
            <a:extLst>
              <a:ext uri="{FF2B5EF4-FFF2-40B4-BE49-F238E27FC236}">
                <a16:creationId xmlns:a16="http://schemas.microsoft.com/office/drawing/2014/main" id="{7C2010E4-5243-424E-58CD-D78BC47FDB3C}"/>
              </a:ext>
            </a:extLst>
          </p:cNvPr>
          <p:cNvSpPr txBox="1"/>
          <p:nvPr/>
        </p:nvSpPr>
        <p:spPr>
          <a:xfrm>
            <a:off x="1220641" y="2511521"/>
            <a:ext cx="2309519" cy="369332"/>
          </a:xfrm>
          <a:prstGeom prst="rect">
            <a:avLst/>
          </a:prstGeom>
          <a:noFill/>
        </p:spPr>
        <p:txBody>
          <a:bodyPr wrap="square" rtlCol="0">
            <a:spAutoFit/>
          </a:bodyPr>
          <a:lstStyle/>
          <a:p>
            <a:r>
              <a:rPr lang="zh-CN" altLang="en-US" dirty="0"/>
              <a:t>路由入口</a:t>
            </a:r>
          </a:p>
        </p:txBody>
      </p:sp>
      <p:sp>
        <p:nvSpPr>
          <p:cNvPr id="4" name="文本框 3">
            <a:extLst>
              <a:ext uri="{FF2B5EF4-FFF2-40B4-BE49-F238E27FC236}">
                <a16:creationId xmlns:a16="http://schemas.microsoft.com/office/drawing/2014/main" id="{767EA4A0-4311-607C-6F6B-A957156144D5}"/>
              </a:ext>
            </a:extLst>
          </p:cNvPr>
          <p:cNvSpPr txBox="1"/>
          <p:nvPr/>
        </p:nvSpPr>
        <p:spPr>
          <a:xfrm>
            <a:off x="1220640" y="4588138"/>
            <a:ext cx="2309519" cy="646331"/>
          </a:xfrm>
          <a:prstGeom prst="rect">
            <a:avLst/>
          </a:prstGeom>
          <a:noFill/>
        </p:spPr>
        <p:txBody>
          <a:bodyPr wrap="square" rtlCol="0">
            <a:spAutoFit/>
          </a:bodyPr>
          <a:lstStyle/>
          <a:p>
            <a:r>
              <a:rPr lang="zh-CN" altLang="en-US" dirty="0"/>
              <a:t>轮播与导航</a:t>
            </a:r>
          </a:p>
          <a:p>
            <a:endParaRPr lang="zh-CN" altLang="en-US" dirty="0"/>
          </a:p>
        </p:txBody>
      </p:sp>
      <p:sp>
        <p:nvSpPr>
          <p:cNvPr id="5" name="文本框 4">
            <a:extLst>
              <a:ext uri="{FF2B5EF4-FFF2-40B4-BE49-F238E27FC236}">
                <a16:creationId xmlns:a16="http://schemas.microsoft.com/office/drawing/2014/main" id="{E4074006-3DD7-6C1C-E71E-668956911C8C}"/>
              </a:ext>
            </a:extLst>
          </p:cNvPr>
          <p:cNvSpPr txBox="1"/>
          <p:nvPr/>
        </p:nvSpPr>
        <p:spPr>
          <a:xfrm>
            <a:off x="6096000" y="374352"/>
            <a:ext cx="3619500" cy="369332"/>
          </a:xfrm>
          <a:prstGeom prst="rect">
            <a:avLst/>
          </a:prstGeom>
          <a:noFill/>
        </p:spPr>
        <p:txBody>
          <a:bodyPr wrap="square" rtlCol="0">
            <a:spAutoFit/>
          </a:bodyPr>
          <a:lstStyle/>
          <a:p>
            <a:r>
              <a:rPr lang="zh-CN" altLang="en-US" dirty="0"/>
              <a:t>快速查询表单与校验</a:t>
            </a:r>
          </a:p>
        </p:txBody>
      </p:sp>
      <p:sp>
        <p:nvSpPr>
          <p:cNvPr id="6" name="文本框 5">
            <a:extLst>
              <a:ext uri="{FF2B5EF4-FFF2-40B4-BE49-F238E27FC236}">
                <a16:creationId xmlns:a16="http://schemas.microsoft.com/office/drawing/2014/main" id="{DE803FE1-2A33-B604-22AA-AD796E8BB8F4}"/>
              </a:ext>
            </a:extLst>
          </p:cNvPr>
          <p:cNvSpPr txBox="1"/>
          <p:nvPr/>
        </p:nvSpPr>
        <p:spPr>
          <a:xfrm>
            <a:off x="5968665" y="2461446"/>
            <a:ext cx="2882900" cy="369332"/>
          </a:xfrm>
          <a:prstGeom prst="rect">
            <a:avLst/>
          </a:prstGeom>
          <a:noFill/>
        </p:spPr>
        <p:txBody>
          <a:bodyPr wrap="square" rtlCol="0">
            <a:spAutoFit/>
          </a:bodyPr>
          <a:lstStyle/>
          <a:p>
            <a:r>
              <a:rPr lang="zh-CN" altLang="en-US"/>
              <a:t>查询跳转</a:t>
            </a:r>
          </a:p>
        </p:txBody>
      </p:sp>
      <p:sp>
        <p:nvSpPr>
          <p:cNvPr id="7" name="文本框 6">
            <a:extLst>
              <a:ext uri="{FF2B5EF4-FFF2-40B4-BE49-F238E27FC236}">
                <a16:creationId xmlns:a16="http://schemas.microsoft.com/office/drawing/2014/main" id="{C6C2F81E-B5FD-F06D-61A7-42E906DBD6E0}"/>
              </a:ext>
            </a:extLst>
          </p:cNvPr>
          <p:cNvSpPr txBox="1"/>
          <p:nvPr/>
        </p:nvSpPr>
        <p:spPr>
          <a:xfrm>
            <a:off x="5968665" y="4588138"/>
            <a:ext cx="2309519" cy="369332"/>
          </a:xfrm>
          <a:prstGeom prst="rect">
            <a:avLst/>
          </a:prstGeom>
          <a:noFill/>
        </p:spPr>
        <p:txBody>
          <a:bodyPr wrap="square" rtlCol="0">
            <a:spAutoFit/>
          </a:bodyPr>
          <a:lstStyle/>
          <a:p>
            <a:r>
              <a:rPr lang="zh-CN" altLang="en-US"/>
              <a:t>后端首页接口</a:t>
            </a:r>
          </a:p>
        </p:txBody>
      </p:sp>
    </p:spTree>
    <p:extLst>
      <p:ext uri="{BB962C8B-B14F-4D97-AF65-F5344CB8AC3E}">
        <p14:creationId xmlns:p14="http://schemas.microsoft.com/office/powerpoint/2010/main" val="195761544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4"/>
                                        </p:tgtEl>
                                        <p:attrNameLst>
                                          <p:attrName>style.visibility</p:attrName>
                                        </p:attrNameLst>
                                      </p:cBhvr>
                                      <p:to>
                                        <p:strVal val="visible"/>
                                      </p:to>
                                    </p:set>
                                    <p:animEffect transition="in" filter="fade">
                                      <p:cBhvr>
                                        <p:cTn id="11" dur="500"/>
                                        <p:tgtEl>
                                          <p:spTgt spid="8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fade">
                                      <p:cBhvr>
                                        <p:cTn id="15" dur="500"/>
                                        <p:tgtEl>
                                          <p:spTgt spid="8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fade">
                                      <p:cBhvr>
                                        <p:cTn id="19" dur="500"/>
                                        <p:tgtEl>
                                          <p:spTgt spid="9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3"/>
                                        </p:tgtEl>
                                        <p:attrNameLst>
                                          <p:attrName>style.visibility</p:attrName>
                                        </p:attrNameLst>
                                      </p:cBhvr>
                                      <p:to>
                                        <p:strVal val="visible"/>
                                      </p:to>
                                    </p:set>
                                    <p:animEffect transition="in" filter="fade">
                                      <p:cBhvr>
                                        <p:cTn id="23"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4" grpId="0" animBg="1"/>
      <p:bldP spid="87" grpId="0" animBg="1"/>
      <p:bldP spid="90" grpId="0" animBg="1"/>
      <p:bldP spid="9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右箭头 30"/>
          <p:cNvSpPr/>
          <p:nvPr/>
        </p:nvSpPr>
        <p:spPr>
          <a:xfrm rot="16200000" flipH="1" flipV="1">
            <a:off x="4678215" y="-867153"/>
            <a:ext cx="1512123" cy="10866968"/>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2" name="圆角右箭头 31"/>
          <p:cNvSpPr/>
          <p:nvPr/>
        </p:nvSpPr>
        <p:spPr>
          <a:xfrm rot="5400000" flipH="1">
            <a:off x="3989581" y="-1292783"/>
            <a:ext cx="1488379" cy="9465963"/>
          </a:xfrm>
          <a:prstGeom prst="bentArrow">
            <a:avLst>
              <a:gd name="adj1" fmla="val 25820"/>
              <a:gd name="adj2" fmla="val 25000"/>
              <a:gd name="adj3" fmla="val 25000"/>
              <a:gd name="adj4" fmla="val 43750"/>
            </a:avLst>
          </a:prstGeom>
          <a:solidFill>
            <a:srgbClr val="596784"/>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4" name="圆角右箭头 33"/>
          <p:cNvSpPr/>
          <p:nvPr/>
        </p:nvSpPr>
        <p:spPr>
          <a:xfrm rot="5400000" flipH="1">
            <a:off x="2284652" y="198072"/>
            <a:ext cx="1512123" cy="6460510"/>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7" name="圆角右箭头 36"/>
          <p:cNvSpPr/>
          <p:nvPr/>
        </p:nvSpPr>
        <p:spPr>
          <a:xfrm rot="16200000" flipH="1" flipV="1">
            <a:off x="1192286" y="2595037"/>
            <a:ext cx="1512123" cy="3895107"/>
          </a:xfrm>
          <a:prstGeom prst="bentArrow">
            <a:avLst>
              <a:gd name="adj1" fmla="val 25820"/>
              <a:gd name="adj2" fmla="val 25000"/>
              <a:gd name="adj3" fmla="val 25000"/>
              <a:gd name="adj4" fmla="val 43750"/>
            </a:avLst>
          </a:prstGeom>
          <a:solidFill>
            <a:srgbClr val="FFB407"/>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8" name="圆角右箭头 37"/>
          <p:cNvSpPr/>
          <p:nvPr/>
        </p:nvSpPr>
        <p:spPr>
          <a:xfrm rot="5400000" flipH="1">
            <a:off x="915194" y="1757869"/>
            <a:ext cx="1512123" cy="3340927"/>
          </a:xfrm>
          <a:prstGeom prst="bentArrow">
            <a:avLst>
              <a:gd name="adj1" fmla="val 25820"/>
              <a:gd name="adj2" fmla="val 25000"/>
              <a:gd name="adj3" fmla="val 25000"/>
              <a:gd name="adj4" fmla="val 43750"/>
            </a:avLst>
          </a:prstGeom>
          <a:solidFill>
            <a:srgbClr val="596784"/>
          </a:solidFill>
          <a:ln w="28575">
            <a:noFill/>
          </a:ln>
          <a:effectLst>
            <a:outerShdw blurRad="254000" dist="635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kumimoji="1" lang="zh-CN" altLang="en-US">
              <a:solidFill>
                <a:srgbClr val="000000"/>
              </a:solidFill>
            </a:endParaRPr>
          </a:p>
        </p:txBody>
      </p:sp>
      <p:sp>
        <p:nvSpPr>
          <p:cNvPr id="39" name="矩形 38"/>
          <p:cNvSpPr/>
          <p:nvPr/>
        </p:nvSpPr>
        <p:spPr>
          <a:xfrm>
            <a:off x="727813" y="3032172"/>
            <a:ext cx="1805694"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路由与页面</a:t>
            </a:r>
          </a:p>
        </p:txBody>
      </p:sp>
      <p:sp>
        <p:nvSpPr>
          <p:cNvPr id="40" name="矩形 39"/>
          <p:cNvSpPr/>
          <p:nvPr/>
        </p:nvSpPr>
        <p:spPr>
          <a:xfrm>
            <a:off x="3845828" y="3171111"/>
            <a:ext cx="1921029"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短信验证</a:t>
            </a:r>
          </a:p>
        </p:txBody>
      </p:sp>
      <p:sp>
        <p:nvSpPr>
          <p:cNvPr id="41" name="矩形 40"/>
          <p:cNvSpPr/>
          <p:nvPr/>
        </p:nvSpPr>
        <p:spPr>
          <a:xfrm>
            <a:off x="6775078" y="3293355"/>
            <a:ext cx="1921030" cy="418191"/>
          </a:xfrm>
          <a:prstGeom prst="rect">
            <a:avLst/>
          </a:prstGeom>
          <a:ln>
            <a:noFill/>
          </a:ln>
        </p:spPr>
        <p:txBody>
          <a:bodyPr wrap="square">
            <a:spAutoFit/>
          </a:bodyPr>
          <a:lstStyle/>
          <a:p>
            <a:pPr>
              <a:lnSpc>
                <a:spcPct val="150000"/>
              </a:lnSpc>
            </a:pP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rPr>
              <a:t>登录成功跳转</a:t>
            </a:r>
          </a:p>
        </p:txBody>
      </p:sp>
      <p:sp>
        <p:nvSpPr>
          <p:cNvPr id="42" name="矩形 41"/>
          <p:cNvSpPr/>
          <p:nvPr/>
        </p:nvSpPr>
        <p:spPr>
          <a:xfrm>
            <a:off x="8696108" y="4572639"/>
            <a:ext cx="1921030"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忘记密码</a:t>
            </a:r>
          </a:p>
        </p:txBody>
      </p:sp>
      <p:sp>
        <p:nvSpPr>
          <p:cNvPr id="43" name="矩形 42"/>
          <p:cNvSpPr/>
          <p:nvPr/>
        </p:nvSpPr>
        <p:spPr>
          <a:xfrm>
            <a:off x="1330187" y="4539107"/>
            <a:ext cx="1805694" cy="418191"/>
          </a:xfrm>
          <a:prstGeom prst="rect">
            <a:avLst/>
          </a:prstGeom>
          <a:ln>
            <a:noFill/>
          </a:ln>
        </p:spPr>
        <p:txBody>
          <a:bodyPr wrap="square">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会话创建</a:t>
            </a:r>
          </a:p>
        </p:txBody>
      </p:sp>
      <p:grpSp>
        <p:nvGrpSpPr>
          <p:cNvPr id="22" name="组合 21"/>
          <p:cNvGrpSpPr/>
          <p:nvPr/>
        </p:nvGrpSpPr>
        <p:grpSpPr>
          <a:xfrm>
            <a:off x="394446" y="0"/>
            <a:ext cx="2088079" cy="994611"/>
            <a:chOff x="394446" y="0"/>
            <a:chExt cx="2088079" cy="994611"/>
          </a:xfrm>
        </p:grpSpPr>
        <p:sp>
          <p:nvSpPr>
            <p:cNvPr id="23" name="文本框 22">
              <a:extLst>
                <a:ext uri="{FF2B5EF4-FFF2-40B4-BE49-F238E27FC236}">
                  <a16:creationId xmlns:a16="http://schemas.microsoft.com/office/drawing/2014/main" id="{C9FE3F12-EF2B-4C2B-8DA1-3D9B6D947A7C}"/>
                </a:ext>
              </a:extLst>
            </p:cNvPr>
            <p:cNvSpPr txBox="1"/>
            <p:nvPr/>
          </p:nvSpPr>
          <p:spPr>
            <a:xfrm>
              <a:off x="1220641" y="165104"/>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登录页</a:t>
              </a:r>
            </a:p>
          </p:txBody>
        </p:sp>
        <p:grpSp>
          <p:nvGrpSpPr>
            <p:cNvPr id="25" name="组合 24"/>
            <p:cNvGrpSpPr/>
            <p:nvPr/>
          </p:nvGrpSpPr>
          <p:grpSpPr>
            <a:xfrm>
              <a:off x="394446" y="0"/>
              <a:ext cx="666734" cy="994611"/>
              <a:chOff x="514366" y="0"/>
              <a:chExt cx="666734" cy="994611"/>
            </a:xfrm>
          </p:grpSpPr>
          <p:sp>
            <p:nvSpPr>
              <p:cNvPr id="26" name="矩形 25"/>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文本框 1">
            <a:extLst>
              <a:ext uri="{FF2B5EF4-FFF2-40B4-BE49-F238E27FC236}">
                <a16:creationId xmlns:a16="http://schemas.microsoft.com/office/drawing/2014/main" id="{2C45B332-D4B1-FF3B-1854-9AF37C99A42C}"/>
              </a:ext>
            </a:extLst>
          </p:cNvPr>
          <p:cNvSpPr txBox="1"/>
          <p:nvPr/>
        </p:nvSpPr>
        <p:spPr>
          <a:xfrm>
            <a:off x="6096000" y="2068906"/>
            <a:ext cx="2841653" cy="461665"/>
          </a:xfrm>
          <a:prstGeom prst="rect">
            <a:avLst/>
          </a:prstGeom>
          <a:noFill/>
        </p:spPr>
        <p:txBody>
          <a:bodyPr wrap="square" rtlCol="0">
            <a:spAutoFit/>
          </a:bodyPr>
          <a:lstStyle/>
          <a:p>
            <a:r>
              <a:rPr lang="zh-CN" altLang="en-US" sz="2400" b="1" dirty="0">
                <a:solidFill>
                  <a:schemeClr val="tx1">
                    <a:lumMod val="65000"/>
                    <a:lumOff val="35000"/>
                  </a:schemeClr>
                </a:solidFill>
              </a:rPr>
              <a:t>未完成</a:t>
            </a:r>
          </a:p>
        </p:txBody>
      </p:sp>
    </p:spTree>
    <p:extLst>
      <p:ext uri="{BB962C8B-B14F-4D97-AF65-F5344CB8AC3E}">
        <p14:creationId xmlns:p14="http://schemas.microsoft.com/office/powerpoint/2010/main" val="23640301"/>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500"/>
                                        <p:tgtEl>
                                          <p:spTgt spid="4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4" grpId="0" animBg="1"/>
      <p:bldP spid="37" grpId="0" animBg="1"/>
      <p:bldP spid="38" grpId="0" animBg="1"/>
      <p:bldP spid="39" grpId="0"/>
      <p:bldP spid="40" grpId="0"/>
      <p:bldP spid="41" grpId="0"/>
      <p:bldP spid="42" grpId="0"/>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550007" y="1879614"/>
            <a:ext cx="2019368" cy="1800000"/>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p:cNvSpPr txBox="1"/>
          <p:nvPr/>
        </p:nvSpPr>
        <p:spPr>
          <a:xfrm>
            <a:off x="646621" y="4081163"/>
            <a:ext cx="913070"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注册对话</a:t>
            </a:r>
          </a:p>
        </p:txBody>
      </p:sp>
      <p:sp>
        <p:nvSpPr>
          <p:cNvPr id="71" name="矩形 70"/>
          <p:cNvSpPr/>
          <p:nvPr/>
        </p:nvSpPr>
        <p:spPr>
          <a:xfrm>
            <a:off x="550007" y="4821267"/>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73" name="矩形 72"/>
          <p:cNvSpPr/>
          <p:nvPr/>
        </p:nvSpPr>
        <p:spPr>
          <a:xfrm>
            <a:off x="3357578" y="1879614"/>
            <a:ext cx="2664000" cy="180000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p:cNvSpPr txBox="1"/>
          <p:nvPr/>
        </p:nvSpPr>
        <p:spPr>
          <a:xfrm>
            <a:off x="2941232" y="4092665"/>
            <a:ext cx="2144177"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发送验证码并展示弹窗</a:t>
            </a:r>
          </a:p>
        </p:txBody>
      </p:sp>
      <p:sp>
        <p:nvSpPr>
          <p:cNvPr id="75" name="矩形 74"/>
          <p:cNvSpPr/>
          <p:nvPr/>
        </p:nvSpPr>
        <p:spPr>
          <a:xfrm>
            <a:off x="3030897" y="4821267"/>
            <a:ext cx="1374735" cy="43815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77" name="矩形 76"/>
          <p:cNvSpPr/>
          <p:nvPr/>
        </p:nvSpPr>
        <p:spPr>
          <a:xfrm>
            <a:off x="6165149" y="1879614"/>
            <a:ext cx="2664000" cy="1800000"/>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文本框 77"/>
          <p:cNvSpPr txBox="1"/>
          <p:nvPr/>
        </p:nvSpPr>
        <p:spPr>
          <a:xfrm>
            <a:off x="5574070" y="4092665"/>
            <a:ext cx="1528624"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完成注册与跳转</a:t>
            </a:r>
          </a:p>
        </p:txBody>
      </p:sp>
      <p:sp>
        <p:nvSpPr>
          <p:cNvPr id="79" name="矩形 78"/>
          <p:cNvSpPr/>
          <p:nvPr/>
        </p:nvSpPr>
        <p:spPr>
          <a:xfrm>
            <a:off x="5574070" y="4819709"/>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81" name="矩形 80"/>
          <p:cNvSpPr/>
          <p:nvPr/>
        </p:nvSpPr>
        <p:spPr>
          <a:xfrm>
            <a:off x="8972721" y="1879614"/>
            <a:ext cx="2664000" cy="1800000"/>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文本框 81"/>
          <p:cNvSpPr txBox="1"/>
          <p:nvPr/>
        </p:nvSpPr>
        <p:spPr>
          <a:xfrm>
            <a:off x="7727859" y="4092665"/>
            <a:ext cx="1323439" cy="338554"/>
          </a:xfrm>
          <a:prstGeom prst="rect">
            <a:avLst/>
          </a:prstGeom>
          <a:noFill/>
        </p:spPr>
        <p:txBody>
          <a:bodyPr wrap="none" lIns="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注册弹窗组件</a:t>
            </a:r>
          </a:p>
        </p:txBody>
      </p:sp>
      <p:sp>
        <p:nvSpPr>
          <p:cNvPr id="83" name="矩形 82"/>
          <p:cNvSpPr/>
          <p:nvPr/>
        </p:nvSpPr>
        <p:spPr>
          <a:xfrm>
            <a:off x="7781096" y="4845995"/>
            <a:ext cx="1374735" cy="43815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grpSp>
        <p:nvGrpSpPr>
          <p:cNvPr id="21" name="组合 20"/>
          <p:cNvGrpSpPr/>
          <p:nvPr/>
        </p:nvGrpSpPr>
        <p:grpSpPr>
          <a:xfrm>
            <a:off x="394446" y="0"/>
            <a:ext cx="2088079" cy="994611"/>
            <a:chOff x="394446" y="0"/>
            <a:chExt cx="2088079" cy="994611"/>
          </a:xfrm>
        </p:grpSpPr>
        <p:sp>
          <p:nvSpPr>
            <p:cNvPr id="22" name="文本框 21">
              <a:extLst>
                <a:ext uri="{FF2B5EF4-FFF2-40B4-BE49-F238E27FC236}">
                  <a16:creationId xmlns:a16="http://schemas.microsoft.com/office/drawing/2014/main" id="{C9FE3F12-EF2B-4C2B-8DA1-3D9B6D947A7C}"/>
                </a:ext>
              </a:extLst>
            </p:cNvPr>
            <p:cNvSpPr txBox="1"/>
            <p:nvPr/>
          </p:nvSpPr>
          <p:spPr>
            <a:xfrm>
              <a:off x="1220641" y="165104"/>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注册页</a:t>
              </a:r>
            </a:p>
          </p:txBody>
        </p:sp>
        <p:grpSp>
          <p:nvGrpSpPr>
            <p:cNvPr id="24" name="组合 23"/>
            <p:cNvGrpSpPr/>
            <p:nvPr/>
          </p:nvGrpSpPr>
          <p:grpSpPr>
            <a:xfrm>
              <a:off x="394446" y="0"/>
              <a:ext cx="666734" cy="994611"/>
              <a:chOff x="514366" y="0"/>
              <a:chExt cx="666734" cy="994611"/>
            </a:xfrm>
          </p:grpSpPr>
          <p:sp>
            <p:nvSpPr>
              <p:cNvPr id="25" name="矩形 24"/>
              <p:cNvSpPr/>
              <p:nvPr/>
            </p:nvSpPr>
            <p:spPr>
              <a:xfrm>
                <a:off x="514366" y="0"/>
                <a:ext cx="666734" cy="994611"/>
              </a:xfrm>
              <a:prstGeom prst="rect">
                <a:avLst/>
              </a:prstGeom>
              <a:solidFill>
                <a:srgbClr val="596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TextBox 48"/>
              <p:cNvSpPr txBox="1"/>
              <p:nvPr/>
            </p:nvSpPr>
            <p:spPr>
              <a:xfrm>
                <a:off x="514366" y="97195"/>
                <a:ext cx="666734" cy="800219"/>
              </a:xfrm>
              <a:prstGeom prst="rect">
                <a:avLst/>
              </a:prstGeom>
              <a:noFill/>
            </p:spPr>
            <p:txBody>
              <a:bodyPr wrap="square" lIns="0" tIns="0" rIns="0" bIns="0" rtlCol="0">
                <a:spAutoFit/>
              </a:bodyPr>
              <a:lstStyle/>
              <a:p>
                <a:pPr algn="ctr">
                  <a:lnSpc>
                    <a:spcPct val="130000"/>
                  </a:lnSpc>
                </a:pPr>
                <a:r>
                  <a:rPr lang="en-US" altLang="zh-CN" sz="4000" dirty="0">
                    <a:solidFill>
                      <a:schemeClr val="bg1"/>
                    </a:solidFill>
                    <a:latin typeface="方正黑体简体" panose="02010601030101010101" pitchFamily="2" charset="-122"/>
                    <a:ea typeface="方正黑体简体" panose="02010601030101010101" pitchFamily="2" charset="-122"/>
                    <a:cs typeface="+mn-ea"/>
                    <a:sym typeface="+mn-lt"/>
                  </a:rPr>
                  <a:t>1</a:t>
                </a:r>
                <a:endParaRPr lang="zh-CN" altLang="en-US" sz="40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grpSp>
      </p:grpSp>
      <p:sp>
        <p:nvSpPr>
          <p:cNvPr id="2" name="矩形 1">
            <a:extLst>
              <a:ext uri="{FF2B5EF4-FFF2-40B4-BE49-F238E27FC236}">
                <a16:creationId xmlns:a16="http://schemas.microsoft.com/office/drawing/2014/main" id="{D970826A-A317-4487-32EE-61201D3D3052}"/>
              </a:ext>
            </a:extLst>
          </p:cNvPr>
          <p:cNvSpPr/>
          <p:nvPr/>
        </p:nvSpPr>
        <p:spPr>
          <a:xfrm>
            <a:off x="9844427" y="4868279"/>
            <a:ext cx="1374735" cy="438150"/>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已完成</a:t>
            </a:r>
          </a:p>
        </p:txBody>
      </p:sp>
      <p:sp>
        <p:nvSpPr>
          <p:cNvPr id="3" name="文本框 2">
            <a:extLst>
              <a:ext uri="{FF2B5EF4-FFF2-40B4-BE49-F238E27FC236}">
                <a16:creationId xmlns:a16="http://schemas.microsoft.com/office/drawing/2014/main" id="{83AD9355-6D84-807F-C6C0-892F1CD087ED}"/>
              </a:ext>
            </a:extLst>
          </p:cNvPr>
          <p:cNvSpPr txBox="1"/>
          <p:nvPr/>
        </p:nvSpPr>
        <p:spPr>
          <a:xfrm>
            <a:off x="9676463" y="4092665"/>
            <a:ext cx="1528624"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后端路由齐备</a:t>
            </a:r>
          </a:p>
        </p:txBody>
      </p:sp>
    </p:spTree>
    <p:extLst>
      <p:ext uri="{BB962C8B-B14F-4D97-AF65-F5344CB8AC3E}">
        <p14:creationId xmlns:p14="http://schemas.microsoft.com/office/powerpoint/2010/main" val="121646007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ppt_x</p:attrName>
                                        </p:attrNameLst>
                                      </p:cBhvr>
                                      <p:tavLst>
                                        <p:tav tm="0">
                                          <p:val>
                                            <p:strVal val="#ppt_x"/>
                                          </p:val>
                                        </p:tav>
                                        <p:tav tm="100000">
                                          <p:val>
                                            <p:strVal val="#ppt_x"/>
                                          </p:val>
                                        </p:tav>
                                      </p:tavLst>
                                    </p:anim>
                                    <p:anim calcmode="lin" valueType="num">
                                      <p:cBhvr>
                                        <p:cTn id="9" dur="900" decel="100000" fill="hold"/>
                                        <p:tgtEl>
                                          <p:spTgt spid="6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9"/>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16" presetClass="entr" presetSubtype="37" fill="hold" grpId="0"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barn(outVertical)">
                                      <p:cBhvr>
                                        <p:cTn id="14" dur="500"/>
                                        <p:tgtEl>
                                          <p:spTgt spid="70"/>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500"/>
                                        <p:tgtEl>
                                          <p:spTgt spid="71"/>
                                        </p:tgtEl>
                                      </p:cBhvr>
                                    </p:animEffect>
                                    <p:anim calcmode="lin" valueType="num">
                                      <p:cBhvr>
                                        <p:cTn id="19" dur="500" fill="hold"/>
                                        <p:tgtEl>
                                          <p:spTgt spid="71"/>
                                        </p:tgtEl>
                                        <p:attrNameLst>
                                          <p:attrName>ppt_x</p:attrName>
                                        </p:attrNameLst>
                                      </p:cBhvr>
                                      <p:tavLst>
                                        <p:tav tm="0">
                                          <p:val>
                                            <p:strVal val="#ppt_x"/>
                                          </p:val>
                                        </p:tav>
                                        <p:tav tm="100000">
                                          <p:val>
                                            <p:strVal val="#ppt_x"/>
                                          </p:val>
                                        </p:tav>
                                      </p:tavLst>
                                    </p:anim>
                                    <p:anim calcmode="lin" valueType="num">
                                      <p:cBhvr>
                                        <p:cTn id="20" dur="500" fill="hold"/>
                                        <p:tgtEl>
                                          <p:spTgt spid="71"/>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37" presetClass="entr" presetSubtype="0" fill="hold" grpId="0" nodeType="after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1000"/>
                                        <p:tgtEl>
                                          <p:spTgt spid="73"/>
                                        </p:tgtEl>
                                      </p:cBhvr>
                                    </p:animEffect>
                                    <p:anim calcmode="lin" valueType="num">
                                      <p:cBhvr>
                                        <p:cTn id="25" dur="1000" fill="hold"/>
                                        <p:tgtEl>
                                          <p:spTgt spid="73"/>
                                        </p:tgtEl>
                                        <p:attrNameLst>
                                          <p:attrName>ppt_x</p:attrName>
                                        </p:attrNameLst>
                                      </p:cBhvr>
                                      <p:tavLst>
                                        <p:tav tm="0">
                                          <p:val>
                                            <p:strVal val="#ppt_x"/>
                                          </p:val>
                                        </p:tav>
                                        <p:tav tm="100000">
                                          <p:val>
                                            <p:strVal val="#ppt_x"/>
                                          </p:val>
                                        </p:tav>
                                      </p:tavLst>
                                    </p:anim>
                                    <p:anim calcmode="lin" valueType="num">
                                      <p:cBhvr>
                                        <p:cTn id="26" dur="900" decel="100000" fill="hold"/>
                                        <p:tgtEl>
                                          <p:spTgt spid="73"/>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73"/>
                                        </p:tgtEl>
                                        <p:attrNameLst>
                                          <p:attrName>ppt_y</p:attrName>
                                        </p:attrNameLst>
                                      </p:cBhvr>
                                      <p:tavLst>
                                        <p:tav tm="0">
                                          <p:val>
                                            <p:strVal val="#ppt_y-.03"/>
                                          </p:val>
                                        </p:tav>
                                        <p:tav tm="100000">
                                          <p:val>
                                            <p:strVal val="#ppt_y"/>
                                          </p:val>
                                        </p:tav>
                                      </p:tavLst>
                                    </p:anim>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barn(outVertical)">
                                      <p:cBhvr>
                                        <p:cTn id="31" dur="500"/>
                                        <p:tgtEl>
                                          <p:spTgt spid="74"/>
                                        </p:tgtEl>
                                      </p:cBhvr>
                                    </p:animEffect>
                                  </p:childTnLst>
                                </p:cTn>
                              </p:par>
                            </p:childTnLst>
                          </p:cTn>
                        </p:par>
                        <p:par>
                          <p:cTn id="32" fill="hold">
                            <p:stCondLst>
                              <p:cond delay="3500"/>
                            </p:stCondLst>
                            <p:childTnLst>
                              <p:par>
                                <p:cTn id="33" presetID="42" presetClass="entr" presetSubtype="0" fill="hold" grpId="0" nodeType="after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anim calcmode="lin" valueType="num">
                                      <p:cBhvr>
                                        <p:cTn id="36" dur="500" fill="hold"/>
                                        <p:tgtEl>
                                          <p:spTgt spid="75"/>
                                        </p:tgtEl>
                                        <p:attrNameLst>
                                          <p:attrName>ppt_x</p:attrName>
                                        </p:attrNameLst>
                                      </p:cBhvr>
                                      <p:tavLst>
                                        <p:tav tm="0">
                                          <p:val>
                                            <p:strVal val="#ppt_x"/>
                                          </p:val>
                                        </p:tav>
                                        <p:tav tm="100000">
                                          <p:val>
                                            <p:strVal val="#ppt_x"/>
                                          </p:val>
                                        </p:tav>
                                      </p:tavLst>
                                    </p:anim>
                                    <p:anim calcmode="lin" valueType="num">
                                      <p:cBhvr>
                                        <p:cTn id="37" dur="500" fill="hold"/>
                                        <p:tgtEl>
                                          <p:spTgt spid="75"/>
                                        </p:tgtEl>
                                        <p:attrNameLst>
                                          <p:attrName>ppt_y</p:attrName>
                                        </p:attrNameLst>
                                      </p:cBhvr>
                                      <p:tavLst>
                                        <p:tav tm="0">
                                          <p:val>
                                            <p:strVal val="#ppt_y+.1"/>
                                          </p:val>
                                        </p:tav>
                                        <p:tav tm="100000">
                                          <p:val>
                                            <p:strVal val="#ppt_y"/>
                                          </p:val>
                                        </p:tav>
                                      </p:tavLst>
                                    </p:anim>
                                  </p:childTnLst>
                                </p:cTn>
                              </p:par>
                            </p:childTnLst>
                          </p:cTn>
                        </p:par>
                        <p:par>
                          <p:cTn id="38" fill="hold">
                            <p:stCondLst>
                              <p:cond delay="4000"/>
                            </p:stCondLst>
                            <p:childTnLst>
                              <p:par>
                                <p:cTn id="39" presetID="37" presetClass="entr" presetSubtype="0" fill="hold" grpId="0" nodeType="after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1000"/>
                                        <p:tgtEl>
                                          <p:spTgt spid="77"/>
                                        </p:tgtEl>
                                      </p:cBhvr>
                                    </p:animEffect>
                                    <p:anim calcmode="lin" valueType="num">
                                      <p:cBhvr>
                                        <p:cTn id="42" dur="1000" fill="hold"/>
                                        <p:tgtEl>
                                          <p:spTgt spid="77"/>
                                        </p:tgtEl>
                                        <p:attrNameLst>
                                          <p:attrName>ppt_x</p:attrName>
                                        </p:attrNameLst>
                                      </p:cBhvr>
                                      <p:tavLst>
                                        <p:tav tm="0">
                                          <p:val>
                                            <p:strVal val="#ppt_x"/>
                                          </p:val>
                                        </p:tav>
                                        <p:tav tm="100000">
                                          <p:val>
                                            <p:strVal val="#ppt_x"/>
                                          </p:val>
                                        </p:tav>
                                      </p:tavLst>
                                    </p:anim>
                                    <p:anim calcmode="lin" valueType="num">
                                      <p:cBhvr>
                                        <p:cTn id="43" dur="900" decel="100000" fill="hold"/>
                                        <p:tgtEl>
                                          <p:spTgt spid="77"/>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77"/>
                                        </p:tgtEl>
                                        <p:attrNameLst>
                                          <p:attrName>ppt_y</p:attrName>
                                        </p:attrNameLst>
                                      </p:cBhvr>
                                      <p:tavLst>
                                        <p:tav tm="0">
                                          <p:val>
                                            <p:strVal val="#ppt_y-.03"/>
                                          </p:val>
                                        </p:tav>
                                        <p:tav tm="100000">
                                          <p:val>
                                            <p:strVal val="#ppt_y"/>
                                          </p:val>
                                        </p:tav>
                                      </p:tavLst>
                                    </p:anim>
                                  </p:childTnLst>
                                </p:cTn>
                              </p:par>
                            </p:childTnLst>
                          </p:cTn>
                        </p:par>
                        <p:par>
                          <p:cTn id="45" fill="hold">
                            <p:stCondLst>
                              <p:cond delay="5000"/>
                            </p:stCondLst>
                            <p:childTnLst>
                              <p:par>
                                <p:cTn id="46" presetID="16" presetClass="entr" presetSubtype="37" fill="hold" grpId="0" nodeType="after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barn(outVertical)">
                                      <p:cBhvr>
                                        <p:cTn id="48" dur="500"/>
                                        <p:tgtEl>
                                          <p:spTgt spid="78"/>
                                        </p:tgtEl>
                                      </p:cBhvr>
                                    </p:animEffect>
                                  </p:childTnLst>
                                </p:cTn>
                              </p:par>
                            </p:childTnLst>
                          </p:cTn>
                        </p:par>
                        <p:par>
                          <p:cTn id="49" fill="hold">
                            <p:stCondLst>
                              <p:cond delay="5500"/>
                            </p:stCondLst>
                            <p:childTnLst>
                              <p:par>
                                <p:cTn id="50" presetID="42" presetClass="entr" presetSubtype="0" fill="hold" grpId="0" nodeType="after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500"/>
                                        <p:tgtEl>
                                          <p:spTgt spid="79"/>
                                        </p:tgtEl>
                                      </p:cBhvr>
                                    </p:animEffect>
                                    <p:anim calcmode="lin" valueType="num">
                                      <p:cBhvr>
                                        <p:cTn id="53" dur="500" fill="hold"/>
                                        <p:tgtEl>
                                          <p:spTgt spid="79"/>
                                        </p:tgtEl>
                                        <p:attrNameLst>
                                          <p:attrName>ppt_x</p:attrName>
                                        </p:attrNameLst>
                                      </p:cBhvr>
                                      <p:tavLst>
                                        <p:tav tm="0">
                                          <p:val>
                                            <p:strVal val="#ppt_x"/>
                                          </p:val>
                                        </p:tav>
                                        <p:tav tm="100000">
                                          <p:val>
                                            <p:strVal val="#ppt_x"/>
                                          </p:val>
                                        </p:tav>
                                      </p:tavLst>
                                    </p:anim>
                                    <p:anim calcmode="lin" valueType="num">
                                      <p:cBhvr>
                                        <p:cTn id="54" dur="500" fill="hold"/>
                                        <p:tgtEl>
                                          <p:spTgt spid="79"/>
                                        </p:tgtEl>
                                        <p:attrNameLst>
                                          <p:attrName>ppt_y</p:attrName>
                                        </p:attrNameLst>
                                      </p:cBhvr>
                                      <p:tavLst>
                                        <p:tav tm="0">
                                          <p:val>
                                            <p:strVal val="#ppt_y+.1"/>
                                          </p:val>
                                        </p:tav>
                                        <p:tav tm="100000">
                                          <p:val>
                                            <p:strVal val="#ppt_y"/>
                                          </p:val>
                                        </p:tav>
                                      </p:tavLst>
                                    </p:anim>
                                  </p:childTnLst>
                                </p:cTn>
                              </p:par>
                            </p:childTnLst>
                          </p:cTn>
                        </p:par>
                        <p:par>
                          <p:cTn id="55" fill="hold">
                            <p:stCondLst>
                              <p:cond delay="6000"/>
                            </p:stCondLst>
                            <p:childTnLst>
                              <p:par>
                                <p:cTn id="56" presetID="37" presetClass="entr" presetSubtype="0" fill="hold" grpId="0" nodeType="after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fade">
                                      <p:cBhvr>
                                        <p:cTn id="58" dur="1000"/>
                                        <p:tgtEl>
                                          <p:spTgt spid="81"/>
                                        </p:tgtEl>
                                      </p:cBhvr>
                                    </p:animEffect>
                                    <p:anim calcmode="lin" valueType="num">
                                      <p:cBhvr>
                                        <p:cTn id="59" dur="1000" fill="hold"/>
                                        <p:tgtEl>
                                          <p:spTgt spid="81"/>
                                        </p:tgtEl>
                                        <p:attrNameLst>
                                          <p:attrName>ppt_x</p:attrName>
                                        </p:attrNameLst>
                                      </p:cBhvr>
                                      <p:tavLst>
                                        <p:tav tm="0">
                                          <p:val>
                                            <p:strVal val="#ppt_x"/>
                                          </p:val>
                                        </p:tav>
                                        <p:tav tm="100000">
                                          <p:val>
                                            <p:strVal val="#ppt_x"/>
                                          </p:val>
                                        </p:tav>
                                      </p:tavLst>
                                    </p:anim>
                                    <p:anim calcmode="lin" valueType="num">
                                      <p:cBhvr>
                                        <p:cTn id="60" dur="900" decel="100000" fill="hold"/>
                                        <p:tgtEl>
                                          <p:spTgt spid="81"/>
                                        </p:tgtEl>
                                        <p:attrNameLst>
                                          <p:attrName>ppt_y</p:attrName>
                                        </p:attrNameLst>
                                      </p:cBhvr>
                                      <p:tavLst>
                                        <p:tav tm="0">
                                          <p:val>
                                            <p:strVal val="#ppt_y+1"/>
                                          </p:val>
                                        </p:tav>
                                        <p:tav tm="100000">
                                          <p:val>
                                            <p:strVal val="#ppt_y-.03"/>
                                          </p:val>
                                        </p:tav>
                                      </p:tavLst>
                                    </p:anim>
                                    <p:anim calcmode="lin" valueType="num">
                                      <p:cBhvr>
                                        <p:cTn id="61" dur="100" accel="100000" fill="hold">
                                          <p:stCondLst>
                                            <p:cond delay="900"/>
                                          </p:stCondLst>
                                        </p:cTn>
                                        <p:tgtEl>
                                          <p:spTgt spid="81"/>
                                        </p:tgtEl>
                                        <p:attrNameLst>
                                          <p:attrName>ppt_y</p:attrName>
                                        </p:attrNameLst>
                                      </p:cBhvr>
                                      <p:tavLst>
                                        <p:tav tm="0">
                                          <p:val>
                                            <p:strVal val="#ppt_y-.03"/>
                                          </p:val>
                                        </p:tav>
                                        <p:tav tm="100000">
                                          <p:val>
                                            <p:strVal val="#ppt_y"/>
                                          </p:val>
                                        </p:tav>
                                      </p:tavLst>
                                    </p:anim>
                                  </p:childTnLst>
                                </p:cTn>
                              </p:par>
                            </p:childTnLst>
                          </p:cTn>
                        </p:par>
                        <p:par>
                          <p:cTn id="62" fill="hold">
                            <p:stCondLst>
                              <p:cond delay="7000"/>
                            </p:stCondLst>
                            <p:childTnLst>
                              <p:par>
                                <p:cTn id="63" presetID="16" presetClass="entr" presetSubtype="37" fill="hold" grpId="0" nodeType="after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barn(outVertical)">
                                      <p:cBhvr>
                                        <p:cTn id="65" dur="500"/>
                                        <p:tgtEl>
                                          <p:spTgt spid="82"/>
                                        </p:tgtEl>
                                      </p:cBhvr>
                                    </p:animEffect>
                                  </p:childTnLst>
                                </p:cTn>
                              </p:par>
                            </p:childTnLst>
                          </p:cTn>
                        </p:par>
                        <p:par>
                          <p:cTn id="66" fill="hold">
                            <p:stCondLst>
                              <p:cond delay="7500"/>
                            </p:stCondLst>
                            <p:childTnLst>
                              <p:par>
                                <p:cTn id="67" presetID="42" presetClass="entr" presetSubtype="0" fill="hold" grpId="0" nodeType="afterEffect">
                                  <p:stCondLst>
                                    <p:cond delay="0"/>
                                  </p:stCondLst>
                                  <p:childTnLst>
                                    <p:set>
                                      <p:cBhvr>
                                        <p:cTn id="68" dur="1" fill="hold">
                                          <p:stCondLst>
                                            <p:cond delay="0"/>
                                          </p:stCondLst>
                                        </p:cTn>
                                        <p:tgtEl>
                                          <p:spTgt spid="83"/>
                                        </p:tgtEl>
                                        <p:attrNameLst>
                                          <p:attrName>style.visibility</p:attrName>
                                        </p:attrNameLst>
                                      </p:cBhvr>
                                      <p:to>
                                        <p:strVal val="visible"/>
                                      </p:to>
                                    </p:set>
                                    <p:animEffect transition="in" filter="fade">
                                      <p:cBhvr>
                                        <p:cTn id="69" dur="500"/>
                                        <p:tgtEl>
                                          <p:spTgt spid="83"/>
                                        </p:tgtEl>
                                      </p:cBhvr>
                                    </p:animEffect>
                                    <p:anim calcmode="lin" valueType="num">
                                      <p:cBhvr>
                                        <p:cTn id="70" dur="500" fill="hold"/>
                                        <p:tgtEl>
                                          <p:spTgt spid="83"/>
                                        </p:tgtEl>
                                        <p:attrNameLst>
                                          <p:attrName>ppt_x</p:attrName>
                                        </p:attrNameLst>
                                      </p:cBhvr>
                                      <p:tavLst>
                                        <p:tav tm="0">
                                          <p:val>
                                            <p:strVal val="#ppt_x"/>
                                          </p:val>
                                        </p:tav>
                                        <p:tav tm="100000">
                                          <p:val>
                                            <p:strVal val="#ppt_x"/>
                                          </p:val>
                                        </p:tav>
                                      </p:tavLst>
                                    </p:anim>
                                    <p:anim calcmode="lin" valueType="num">
                                      <p:cBhvr>
                                        <p:cTn id="71" dur="500" fill="hold"/>
                                        <p:tgtEl>
                                          <p:spTgt spid="83"/>
                                        </p:tgtEl>
                                        <p:attrNameLst>
                                          <p:attrName>ppt_y</p:attrName>
                                        </p:attrNameLst>
                                      </p:cBhvr>
                                      <p:tavLst>
                                        <p:tav tm="0">
                                          <p:val>
                                            <p:strVal val="#ppt_y+.1"/>
                                          </p:val>
                                        </p:tav>
                                        <p:tav tm="100000">
                                          <p:val>
                                            <p:strVal val="#ppt_y"/>
                                          </p:val>
                                        </p:tav>
                                      </p:tavLst>
                                    </p:anim>
                                  </p:childTnLst>
                                </p:cTn>
                              </p:par>
                            </p:childTnLst>
                          </p:cTn>
                        </p:par>
                        <p:par>
                          <p:cTn id="72" fill="hold">
                            <p:stCondLst>
                              <p:cond delay="8000"/>
                            </p:stCondLst>
                            <p:childTnLst>
                              <p:par>
                                <p:cTn id="73" presetID="42" presetClass="entr" presetSubtype="0" fill="hold" grpId="0" nodeType="after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anim calcmode="lin" valueType="num">
                                      <p:cBhvr>
                                        <p:cTn id="76" dur="500" fill="hold"/>
                                        <p:tgtEl>
                                          <p:spTgt spid="2"/>
                                        </p:tgtEl>
                                        <p:attrNameLst>
                                          <p:attrName>ppt_x</p:attrName>
                                        </p:attrNameLst>
                                      </p:cBhvr>
                                      <p:tavLst>
                                        <p:tav tm="0">
                                          <p:val>
                                            <p:strVal val="#ppt_x"/>
                                          </p:val>
                                        </p:tav>
                                        <p:tav tm="100000">
                                          <p:val>
                                            <p:strVal val="#ppt_x"/>
                                          </p:val>
                                        </p:tav>
                                      </p:tavLst>
                                    </p:anim>
                                    <p:anim calcmode="lin" valueType="num">
                                      <p:cBhvr>
                                        <p:cTn id="77"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p:bldP spid="71" grpId="0" animBg="1"/>
      <p:bldP spid="73" grpId="0" animBg="1"/>
      <p:bldP spid="74" grpId="0"/>
      <p:bldP spid="75" grpId="0" animBg="1"/>
      <p:bldP spid="77" grpId="0" animBg="1"/>
      <p:bldP spid="78" grpId="0"/>
      <p:bldP spid="79" grpId="0" animBg="1"/>
      <p:bldP spid="81" grpId="0" animBg="1"/>
      <p:bldP spid="82" grpId="0"/>
      <p:bldP spid="83"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154D-1B83-F6E2-D01C-518C8947B4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F25F35-46EA-FF06-D272-29C7B429D996}"/>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0A63AC48-A04F-187C-1F41-1F3A22165C46}"/>
              </a:ext>
            </a:extLst>
          </p:cNvPr>
          <p:cNvSpPr txBox="1"/>
          <p:nvPr/>
        </p:nvSpPr>
        <p:spPr>
          <a:xfrm>
            <a:off x="3759625" y="553591"/>
            <a:ext cx="6264967" cy="180254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成功案例</a:t>
            </a:r>
            <a:endParaRPr lang="en-US" altLang="zh-CN" sz="5400" b="1" dirty="0">
              <a:solidFill>
                <a:srgbClr val="554B4F"/>
              </a:solidFill>
              <a:latin typeface="方正黑体简体" panose="02010601030101010101" pitchFamily="2" charset="-122"/>
              <a:ea typeface="方正黑体简体" panose="02010601030101010101" pitchFamily="2" charset="-122"/>
              <a:cs typeface="+mn-ea"/>
              <a:sym typeface="+mn-lt"/>
            </a:endParaRPr>
          </a:p>
          <a:p>
            <a:pPr algn="r">
              <a:lnSpc>
                <a:spcPct val="130000"/>
              </a:lnSpc>
            </a:pPr>
            <a:r>
              <a:rPr lang="zh-CN" altLang="en-US" sz="4000" b="1" dirty="0">
                <a:solidFill>
                  <a:srgbClr val="554B4F"/>
                </a:solidFill>
                <a:latin typeface="方正黑体简体" panose="02010601030101010101" pitchFamily="2" charset="-122"/>
                <a:ea typeface="方正黑体简体" panose="02010601030101010101" pitchFamily="2" charset="-122"/>
                <a:cs typeface="+mn-ea"/>
                <a:sym typeface="+mn-lt"/>
              </a:rPr>
              <a:t>模型</a:t>
            </a:r>
            <a:r>
              <a:rPr lang="en-US" altLang="zh-CN" sz="4000" b="1" dirty="0">
                <a:solidFill>
                  <a:srgbClr val="554B4F"/>
                </a:solidFill>
                <a:latin typeface="方正黑体简体" panose="02010601030101010101" pitchFamily="2" charset="-122"/>
                <a:ea typeface="方正黑体简体" panose="02010601030101010101" pitchFamily="2" charset="-122"/>
                <a:cs typeface="+mn-ea"/>
                <a:sym typeface="+mn-lt"/>
              </a:rPr>
              <a:t>+</a:t>
            </a:r>
            <a:r>
              <a:rPr lang="zh-CN" altLang="en-US" sz="4000" b="1" dirty="0">
                <a:solidFill>
                  <a:srgbClr val="554B4F"/>
                </a:solidFill>
                <a:latin typeface="方正黑体简体" panose="02010601030101010101" pitchFamily="2" charset="-122"/>
                <a:ea typeface="方正黑体简体" panose="02010601030101010101" pitchFamily="2" charset="-122"/>
                <a:cs typeface="+mn-ea"/>
                <a:sym typeface="+mn-lt"/>
              </a:rPr>
              <a:t>测试驱动</a:t>
            </a:r>
          </a:p>
        </p:txBody>
      </p:sp>
      <p:sp>
        <p:nvSpPr>
          <p:cNvPr id="14" name="矩形 13">
            <a:extLst>
              <a:ext uri="{FF2B5EF4-FFF2-40B4-BE49-F238E27FC236}">
                <a16:creationId xmlns:a16="http://schemas.microsoft.com/office/drawing/2014/main" id="{7461848F-0B0F-E08F-0D39-BB396273576B}"/>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A5E6A7D1-743F-728F-3847-30BDD27AD46D}"/>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2</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4FE0578E-FD2C-156A-5A86-4AA494BA73A7}"/>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D53A2E0-253D-46AA-669C-20542CB27C2B}"/>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7743C33D-1460-8956-73D0-C288988B3841}"/>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9920589"/>
      </p:ext>
    </p:extLst>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形用户界面&#10;&#10;AI 生成的内容可能不正确。">
            <a:extLst>
              <a:ext uri="{FF2B5EF4-FFF2-40B4-BE49-F238E27FC236}">
                <a16:creationId xmlns:a16="http://schemas.microsoft.com/office/drawing/2014/main" id="{E9FDB7CB-1255-0CA1-79A1-4FFC3494C1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0519"/>
            <a:ext cx="12192000" cy="5456961"/>
          </a:xfrm>
          <a:prstGeom prst="rect">
            <a:avLst/>
          </a:prstGeom>
        </p:spPr>
      </p:pic>
      <p:sp>
        <p:nvSpPr>
          <p:cNvPr id="4" name="文本框 3">
            <a:extLst>
              <a:ext uri="{FF2B5EF4-FFF2-40B4-BE49-F238E27FC236}">
                <a16:creationId xmlns:a16="http://schemas.microsoft.com/office/drawing/2014/main" id="{2D45148B-506E-274C-0931-4C8763D61F53}"/>
              </a:ext>
            </a:extLst>
          </p:cNvPr>
          <p:cNvSpPr txBox="1"/>
          <p:nvPr/>
        </p:nvSpPr>
        <p:spPr>
          <a:xfrm>
            <a:off x="365760" y="160787"/>
            <a:ext cx="2926080" cy="369332"/>
          </a:xfrm>
          <a:prstGeom prst="rect">
            <a:avLst/>
          </a:prstGeom>
          <a:noFill/>
        </p:spPr>
        <p:txBody>
          <a:bodyPr wrap="square" rtlCol="0">
            <a:spAutoFit/>
          </a:bodyPr>
          <a:lstStyle/>
          <a:p>
            <a:r>
              <a:rPr lang="zh-CN" altLang="en-US"/>
              <a:t>首页</a:t>
            </a:r>
            <a:endParaRPr lang="zh-CN" altLang="en-US" dirty="0"/>
          </a:p>
        </p:txBody>
      </p:sp>
    </p:spTree>
    <p:extLst>
      <p:ext uri="{BB962C8B-B14F-4D97-AF65-F5344CB8AC3E}">
        <p14:creationId xmlns:p14="http://schemas.microsoft.com/office/powerpoint/2010/main" val="14136163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D5F94-110C-5D18-3B5A-A1D9A6A17E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80BF61-4288-E859-04CC-0E89E8829BDF}"/>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7C781621-F9C5-9BCD-D62B-497DD9A6D5D1}"/>
              </a:ext>
            </a:extLst>
          </p:cNvPr>
          <p:cNvSpPr txBox="1"/>
          <p:nvPr/>
        </p:nvSpPr>
        <p:spPr>
          <a:xfrm>
            <a:off x="3759625" y="553591"/>
            <a:ext cx="6264967" cy="977575"/>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失败案例</a:t>
            </a:r>
          </a:p>
        </p:txBody>
      </p:sp>
      <p:sp>
        <p:nvSpPr>
          <p:cNvPr id="14" name="矩形 13">
            <a:extLst>
              <a:ext uri="{FF2B5EF4-FFF2-40B4-BE49-F238E27FC236}">
                <a16:creationId xmlns:a16="http://schemas.microsoft.com/office/drawing/2014/main" id="{EAD06050-DF74-B144-0FF3-1B02C9AA272B}"/>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5ED2E4BC-C6FA-089E-C7E9-96448177F4D6}"/>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3</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473E0C08-FD27-9E19-CE51-4E825BE6BB37}"/>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832D4342-CDDE-E834-0EDC-FB081B7893C5}"/>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BB388095-6813-25C5-62A9-FE73B44DEA4F}"/>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3623392"/>
      </p:ext>
    </p:extLst>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C57D-0B57-ABCF-119B-63F69B5C41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A4047B-3AC8-8F65-9011-5558C2959212}"/>
              </a:ext>
            </a:extLst>
          </p:cNvPr>
          <p:cNvSpPr txBox="1"/>
          <p:nvPr/>
        </p:nvSpPr>
        <p:spPr>
          <a:xfrm>
            <a:off x="407380" y="223097"/>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
        <p:nvSpPr>
          <p:cNvPr id="49" name="TextBox 48">
            <a:extLst>
              <a:ext uri="{FF2B5EF4-FFF2-40B4-BE49-F238E27FC236}">
                <a16:creationId xmlns:a16="http://schemas.microsoft.com/office/drawing/2014/main" id="{4AFE153F-D31C-4702-DBAE-37A83D304424}"/>
              </a:ext>
            </a:extLst>
          </p:cNvPr>
          <p:cNvSpPr txBox="1"/>
          <p:nvPr/>
        </p:nvSpPr>
        <p:spPr>
          <a:xfrm>
            <a:off x="3759625" y="553591"/>
            <a:ext cx="6264967" cy="975011"/>
          </a:xfrm>
          <a:prstGeom prst="rect">
            <a:avLst/>
          </a:prstGeom>
          <a:noFill/>
        </p:spPr>
        <p:txBody>
          <a:bodyPr wrap="square" lIns="0" tIns="0" rIns="0" bIns="0" rtlCol="0">
            <a:spAutoFit/>
          </a:bodyPr>
          <a:lstStyle/>
          <a:p>
            <a:pPr>
              <a:lnSpc>
                <a:spcPct val="130000"/>
              </a:lnSpc>
            </a:pPr>
            <a:r>
              <a:rPr lang="zh-CN" altLang="en-US" sz="5400" b="1" dirty="0">
                <a:solidFill>
                  <a:srgbClr val="554B4F"/>
                </a:solidFill>
                <a:latin typeface="方正黑体简体" panose="02010601030101010101" pitchFamily="2" charset="-122"/>
                <a:ea typeface="方正黑体简体" panose="02010601030101010101" pitchFamily="2" charset="-122"/>
                <a:cs typeface="+mn-ea"/>
                <a:sym typeface="+mn-lt"/>
              </a:rPr>
              <a:t>团队协作与展望</a:t>
            </a:r>
          </a:p>
        </p:txBody>
      </p:sp>
      <p:sp>
        <p:nvSpPr>
          <p:cNvPr id="14" name="矩形 13">
            <a:extLst>
              <a:ext uri="{FF2B5EF4-FFF2-40B4-BE49-F238E27FC236}">
                <a16:creationId xmlns:a16="http://schemas.microsoft.com/office/drawing/2014/main" id="{B0C03E6D-D2EF-9A08-301F-EFA800AC8816}"/>
              </a:ext>
            </a:extLst>
          </p:cNvPr>
          <p:cNvSpPr/>
          <p:nvPr/>
        </p:nvSpPr>
        <p:spPr>
          <a:xfrm>
            <a:off x="1179690" y="963297"/>
            <a:ext cx="1845738" cy="4199253"/>
          </a:xfrm>
          <a:prstGeom prst="rect">
            <a:avLst/>
          </a:prstGeom>
          <a:solidFill>
            <a:srgbClr val="59678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TextBox 48">
            <a:extLst>
              <a:ext uri="{FF2B5EF4-FFF2-40B4-BE49-F238E27FC236}">
                <a16:creationId xmlns:a16="http://schemas.microsoft.com/office/drawing/2014/main" id="{C81D453F-4388-FB90-FD4B-53E948A46B28}"/>
              </a:ext>
            </a:extLst>
          </p:cNvPr>
          <p:cNvSpPr txBox="1"/>
          <p:nvPr/>
        </p:nvSpPr>
        <p:spPr>
          <a:xfrm>
            <a:off x="1179690" y="3095904"/>
            <a:ext cx="1845739" cy="2081852"/>
          </a:xfrm>
          <a:prstGeom prst="rect">
            <a:avLst/>
          </a:prstGeom>
          <a:noFill/>
        </p:spPr>
        <p:txBody>
          <a:bodyPr wrap="square" lIns="0" tIns="0" rIns="0" bIns="0" rtlCol="0">
            <a:spAutoFit/>
          </a:bodyPr>
          <a:lstStyle/>
          <a:p>
            <a:pPr algn="ctr">
              <a:lnSpc>
                <a:spcPct val="130000"/>
              </a:lnSpc>
            </a:pPr>
            <a:r>
              <a:rPr lang="en-US" altLang="zh-CN" sz="11500" dirty="0">
                <a:solidFill>
                  <a:schemeClr val="bg1"/>
                </a:solidFill>
                <a:latin typeface="方正黑体简体" panose="02010601030101010101" pitchFamily="2" charset="-122"/>
                <a:ea typeface="方正黑体简体" panose="02010601030101010101" pitchFamily="2" charset="-122"/>
                <a:cs typeface="+mn-ea"/>
                <a:sym typeface="+mn-lt"/>
              </a:rPr>
              <a:t>4</a:t>
            </a:r>
            <a:endParaRPr lang="zh-CN" altLang="en-US" sz="11500" dirty="0">
              <a:solidFill>
                <a:schemeClr val="bg1"/>
              </a:solidFill>
              <a:latin typeface="方正黑体简体" panose="02010601030101010101" pitchFamily="2" charset="-122"/>
              <a:ea typeface="方正黑体简体" panose="02010601030101010101" pitchFamily="2" charset="-122"/>
              <a:cs typeface="+mn-ea"/>
              <a:sym typeface="+mn-lt"/>
            </a:endParaRPr>
          </a:p>
        </p:txBody>
      </p:sp>
      <p:sp>
        <p:nvSpPr>
          <p:cNvPr id="17" name="矩形 16">
            <a:extLst>
              <a:ext uri="{FF2B5EF4-FFF2-40B4-BE49-F238E27FC236}">
                <a16:creationId xmlns:a16="http://schemas.microsoft.com/office/drawing/2014/main" id="{040DB3A7-15EE-1E43-0742-72AB26F3F486}"/>
              </a:ext>
            </a:extLst>
          </p:cNvPr>
          <p:cNvSpPr/>
          <p:nvPr/>
        </p:nvSpPr>
        <p:spPr>
          <a:xfrm>
            <a:off x="11059276" y="2715130"/>
            <a:ext cx="495300" cy="495300"/>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96F66ED-DFFA-6AB8-11A2-FE63F0F4FC3C}"/>
              </a:ext>
            </a:extLst>
          </p:cNvPr>
          <p:cNvSpPr/>
          <p:nvPr/>
        </p:nvSpPr>
        <p:spPr>
          <a:xfrm>
            <a:off x="887979" y="4756150"/>
            <a:ext cx="640960" cy="640960"/>
          </a:xfrm>
          <a:prstGeom prst="rect">
            <a:avLst/>
          </a:prstGeom>
          <a:noFill/>
          <a:ln w="19050">
            <a:solidFill>
              <a:srgbClr val="FFB4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BB7EFFD9-7DE9-0BCA-8327-A0153060DCAE}"/>
              </a:ext>
            </a:extLst>
          </p:cNvPr>
          <p:cNvSpPr/>
          <p:nvPr/>
        </p:nvSpPr>
        <p:spPr>
          <a:xfrm>
            <a:off x="1664409" y="5631308"/>
            <a:ext cx="217042" cy="217042"/>
          </a:xfrm>
          <a:prstGeom prst="rect">
            <a:avLst/>
          </a:prstGeom>
          <a:solidFill>
            <a:srgbClr val="FFB407"/>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0B6122C-5025-316D-ABDD-26BA81AE5792}"/>
              </a:ext>
            </a:extLst>
          </p:cNvPr>
          <p:cNvSpPr txBox="1"/>
          <p:nvPr/>
        </p:nvSpPr>
        <p:spPr>
          <a:xfrm>
            <a:off x="3759625" y="2235200"/>
            <a:ext cx="11238974" cy="4062651"/>
          </a:xfrm>
          <a:prstGeom prst="rect">
            <a:avLst/>
          </a:prstGeom>
          <a:noFill/>
        </p:spPr>
        <p:txBody>
          <a:bodyPr wrap="none" rtlCol="0">
            <a:spAutoFit/>
          </a:bodyPr>
          <a:lstStyle/>
          <a:p>
            <a:r>
              <a:rPr lang="en-US" altLang="zh-CN" sz="2400" b="1" dirty="0"/>
              <a:t>-</a:t>
            </a:r>
            <a:r>
              <a:rPr lang="zh-CN" altLang="en-US" sz="2400" b="1" dirty="0"/>
              <a:t> 协作现状：需求→接口契约→后端→前端→测试，接口覆盖查询</a:t>
            </a:r>
            <a:r>
              <a:rPr lang="en-US" altLang="zh-CN" sz="2400" b="1" dirty="0"/>
              <a:t>/</a:t>
            </a:r>
            <a:r>
              <a:rPr lang="zh-CN" altLang="en-US" sz="2400" b="1" dirty="0"/>
              <a:t>详情</a:t>
            </a:r>
            <a:r>
              <a:rPr lang="en-US" altLang="zh-CN" sz="2400" b="1" dirty="0"/>
              <a:t>/</a:t>
            </a:r>
            <a:r>
              <a:rPr lang="zh-CN" altLang="en-US" sz="2400" b="1" dirty="0"/>
              <a:t>订单</a:t>
            </a:r>
            <a:r>
              <a:rPr lang="en-US" altLang="zh-CN" sz="2400" b="1" dirty="0"/>
              <a:t>/</a:t>
            </a:r>
            <a:r>
              <a:rPr lang="zh-CN" altLang="en-US" sz="2400" b="1" dirty="0"/>
              <a:t>鉴权</a:t>
            </a:r>
          </a:p>
          <a:p>
            <a:r>
              <a:rPr lang="en-US" altLang="zh-CN" sz="2400" b="1" dirty="0"/>
              <a:t>-</a:t>
            </a:r>
            <a:r>
              <a:rPr lang="zh-CN" altLang="en-US" sz="2400" b="1" dirty="0"/>
              <a:t> 待改进：</a:t>
            </a:r>
          </a:p>
          <a:p>
            <a:r>
              <a:rPr lang="zh-CN" altLang="en-US" sz="2400" b="1" dirty="0"/>
              <a:t>  </a:t>
            </a:r>
            <a:r>
              <a:rPr lang="en-US" altLang="zh-CN" sz="2400" b="1" dirty="0"/>
              <a:t>_</a:t>
            </a:r>
            <a:r>
              <a:rPr lang="zh-CN" altLang="en-US" sz="2400" b="1" dirty="0"/>
              <a:t> 登录成功跳转与忘记密码页面</a:t>
            </a:r>
          </a:p>
          <a:p>
            <a:r>
              <a:rPr lang="zh-CN" altLang="en-US" sz="2400" b="1" dirty="0"/>
              <a:t>  </a:t>
            </a:r>
            <a:r>
              <a:rPr lang="en-US" altLang="zh-CN" sz="2400" b="1" dirty="0"/>
              <a:t>_ </a:t>
            </a:r>
            <a:r>
              <a:rPr lang="zh-CN" altLang="en-US" sz="2400" b="1" dirty="0"/>
              <a:t>首页消费后端内容接口</a:t>
            </a:r>
          </a:p>
          <a:p>
            <a:r>
              <a:rPr lang="zh-CN" altLang="en-US" sz="2400" b="1" dirty="0"/>
              <a:t>  </a:t>
            </a:r>
            <a:r>
              <a:rPr lang="en-US" altLang="zh-CN" sz="2400" b="1" dirty="0"/>
              <a:t>_</a:t>
            </a:r>
            <a:r>
              <a:rPr lang="zh-CN" altLang="en-US" sz="2400" b="1" dirty="0"/>
              <a:t> 个人中心</a:t>
            </a:r>
            <a:r>
              <a:rPr lang="en-US" altLang="zh-CN" sz="2400" b="1" dirty="0"/>
              <a:t>API</a:t>
            </a:r>
            <a:r>
              <a:rPr lang="zh-CN" altLang="en-US" sz="2400" b="1" dirty="0"/>
              <a:t>与页面</a:t>
            </a:r>
          </a:p>
          <a:p>
            <a:r>
              <a:rPr lang="en-US" altLang="zh-CN" sz="2400" b="1" dirty="0"/>
              <a:t>-</a:t>
            </a:r>
            <a:r>
              <a:rPr lang="zh-CN" altLang="en-US" sz="2400" b="1" dirty="0"/>
              <a:t> 近期计划（至</a:t>
            </a:r>
            <a:r>
              <a:rPr lang="en-US" altLang="zh-CN" sz="2400" b="1" dirty="0"/>
              <a:t>11/17</a:t>
            </a:r>
            <a:r>
              <a:rPr lang="zh-CN" altLang="en-US" sz="2400" b="1" dirty="0"/>
              <a:t>）：</a:t>
            </a:r>
          </a:p>
          <a:p>
            <a:r>
              <a:rPr lang="zh-CN" altLang="en-US" sz="2400" b="1" dirty="0"/>
              <a:t>  </a:t>
            </a:r>
            <a:r>
              <a:rPr lang="en-US" altLang="zh-CN" sz="2400" b="1" dirty="0"/>
              <a:t>_</a:t>
            </a:r>
            <a:r>
              <a:rPr lang="zh-CN" altLang="en-US" sz="2400" b="1" dirty="0"/>
              <a:t> 补登录成功跳转：</a:t>
            </a:r>
            <a:r>
              <a:rPr lang="en-US" altLang="zh-CN" sz="2400" b="1" dirty="0"/>
              <a:t>`frontend/</a:t>
            </a:r>
            <a:r>
              <a:rPr lang="en-US" altLang="zh-CN" sz="2400" b="1" dirty="0" err="1"/>
              <a:t>src</a:t>
            </a:r>
            <a:r>
              <a:rPr lang="en-US" altLang="zh-CN" sz="2400" b="1" dirty="0"/>
              <a:t>/pages/LoginPage.tsx:73-77`</a:t>
            </a:r>
            <a:endParaRPr lang="zh-CN" altLang="en-US" sz="2400" b="1" dirty="0"/>
          </a:p>
          <a:p>
            <a:r>
              <a:rPr lang="zh-CN" altLang="en-US" sz="2400" b="1" dirty="0"/>
              <a:t>  </a:t>
            </a:r>
            <a:r>
              <a:rPr lang="en-US" altLang="zh-CN" sz="2400" b="1" dirty="0"/>
              <a:t>_</a:t>
            </a:r>
            <a:r>
              <a:rPr lang="zh-CN" altLang="en-US" sz="2400" b="1" dirty="0"/>
              <a:t> 首页接入 </a:t>
            </a:r>
            <a:r>
              <a:rPr lang="en-US" altLang="zh-CN" sz="2400" b="1" dirty="0"/>
              <a:t>`GET /</a:t>
            </a:r>
            <a:r>
              <a:rPr lang="en-US" altLang="zh-CN" sz="2400" b="1" dirty="0" err="1"/>
              <a:t>api</a:t>
            </a:r>
            <a:r>
              <a:rPr lang="en-US" altLang="zh-CN" sz="2400" b="1" dirty="0"/>
              <a:t>/auth/homepage`</a:t>
            </a:r>
            <a:endParaRPr lang="zh-CN" altLang="en-US" sz="2400" b="1" dirty="0"/>
          </a:p>
          <a:p>
            <a:r>
              <a:rPr lang="zh-CN" altLang="en-US" sz="2400" b="1" dirty="0"/>
              <a:t>  </a:t>
            </a:r>
            <a:r>
              <a:rPr lang="en-US" altLang="zh-CN" sz="2400" b="1" dirty="0"/>
              <a:t>_</a:t>
            </a:r>
            <a:r>
              <a:rPr lang="zh-CN" altLang="en-US" sz="2400" b="1" dirty="0"/>
              <a:t> 落地忘记密码页面，使用 </a:t>
            </a:r>
            <a:r>
              <a:rPr lang="en-US" altLang="zh-CN" sz="2400" b="1" dirty="0"/>
              <a:t>`GET /</a:t>
            </a:r>
            <a:r>
              <a:rPr lang="en-US" altLang="zh-CN" sz="2400" b="1" dirty="0" err="1"/>
              <a:t>api</a:t>
            </a:r>
            <a:r>
              <a:rPr lang="en-US" altLang="zh-CN" sz="2400" b="1" dirty="0"/>
              <a:t>/auth/forgot-password`</a:t>
            </a:r>
            <a:endParaRPr lang="zh-CN" altLang="en-US" sz="2400" b="1" dirty="0"/>
          </a:p>
          <a:p>
            <a:r>
              <a:rPr lang="zh-CN" altLang="en-US" sz="2400" b="1" dirty="0"/>
              <a:t>  </a:t>
            </a:r>
            <a:r>
              <a:rPr lang="en-US" altLang="zh-CN" sz="2400" b="1" dirty="0"/>
              <a:t>_</a:t>
            </a:r>
            <a:r>
              <a:rPr lang="zh-CN" altLang="en-US" sz="2400" b="1" dirty="0"/>
              <a:t> 规划并实现个人中心</a:t>
            </a:r>
            <a:r>
              <a:rPr lang="en-US" altLang="zh-CN" sz="2400" b="1" dirty="0"/>
              <a:t>API</a:t>
            </a:r>
            <a:r>
              <a:rPr lang="zh-CN" altLang="en-US" sz="2400" b="1" dirty="0"/>
              <a:t>（资料、订单汇总）</a:t>
            </a:r>
          </a:p>
          <a:p>
            <a:endParaRPr lang="zh-CN" altLang="en-US" dirty="0"/>
          </a:p>
        </p:txBody>
      </p:sp>
    </p:spTree>
    <p:extLst>
      <p:ext uri="{BB962C8B-B14F-4D97-AF65-F5344CB8AC3E}">
        <p14:creationId xmlns:p14="http://schemas.microsoft.com/office/powerpoint/2010/main" val="694348563"/>
      </p:ext>
    </p:extLst>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animEffect transition="in" filter="fade">
                                      <p:cBhvr>
                                        <p:cTn id="15" dur="500"/>
                                        <p:tgtEl>
                                          <p:spTgt spid="18"/>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fill="hold"/>
                                        <p:tgtEl>
                                          <p:spTgt spid="19"/>
                                        </p:tgtEl>
                                        <p:attrNameLst>
                                          <p:attrName>ppt_w</p:attrName>
                                        </p:attrNameLst>
                                      </p:cBhvr>
                                      <p:tavLst>
                                        <p:tav tm="0">
                                          <p:val>
                                            <p:fltVal val="0"/>
                                          </p:val>
                                        </p:tav>
                                        <p:tav tm="100000">
                                          <p:val>
                                            <p:strVal val="#ppt_w"/>
                                          </p:val>
                                        </p:tav>
                                      </p:tavLst>
                                    </p:anim>
                                    <p:anim calcmode="lin" valueType="num">
                                      <p:cBhvr>
                                        <p:cTn id="19" dur="500" fill="hold"/>
                                        <p:tgtEl>
                                          <p:spTgt spid="19"/>
                                        </p:tgtEl>
                                        <p:attrNameLst>
                                          <p:attrName>ppt_h</p:attrName>
                                        </p:attrNameLst>
                                      </p:cBhvr>
                                      <p:tavLst>
                                        <p:tav tm="0">
                                          <p:val>
                                            <p:fltVal val="0"/>
                                          </p:val>
                                        </p:tav>
                                        <p:tav tm="100000">
                                          <p:val>
                                            <p:strVal val="#ppt_h"/>
                                          </p:val>
                                        </p:tav>
                                      </p:tavLst>
                                    </p:anim>
                                    <p:animEffect transition="in" filter="fade">
                                      <p:cBhvr>
                                        <p:cTn id="20" dur="500"/>
                                        <p:tgtEl>
                                          <p:spTgt spid="1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750"/>
                            </p:stCondLst>
                            <p:childTnLst>
                              <p:par>
                                <p:cTn id="27" presetID="16" presetClass="entr" presetSubtype="21"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barn(inVertical)">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4" grpId="0" animBg="1"/>
      <p:bldP spid="16" grpId="0"/>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a:grpSpLocks noChangeAspect="1"/>
          </p:cNvGrpSpPr>
          <p:nvPr/>
        </p:nvGrpSpPr>
        <p:grpSpPr>
          <a:xfrm rot="16200000">
            <a:off x="5393826" y="1567051"/>
            <a:ext cx="1071325" cy="1067882"/>
            <a:chOff x="3395261" y="1209491"/>
            <a:chExt cx="1073298" cy="1069851"/>
          </a:xfrm>
          <a:solidFill>
            <a:srgbClr val="596784"/>
          </a:solidFill>
          <a:effectLst>
            <a:outerShdw blurRad="254000" dist="63500" dir="2700000" algn="tl" rotWithShape="0">
              <a:prstClr val="black">
                <a:alpha val="20000"/>
              </a:prstClr>
            </a:outerShdw>
          </a:effectLst>
        </p:grpSpPr>
        <p:sp>
          <p:nvSpPr>
            <p:cNvPr id="34" name="Freeform 5"/>
            <p:cNvSpPr>
              <a:spLocks/>
            </p:cNvSpPr>
            <p:nvPr/>
          </p:nvSpPr>
          <p:spPr bwMode="auto">
            <a:xfrm rot="2700000">
              <a:off x="3396984" y="1207768"/>
              <a:ext cx="1069851" cy="1073298"/>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5" name="TextBox 9"/>
            <p:cNvSpPr txBox="1">
              <a:spLocks noChangeArrowheads="1"/>
            </p:cNvSpPr>
            <p:nvPr/>
          </p:nvSpPr>
          <p:spPr bwMode="auto">
            <a:xfrm rot="5400000">
              <a:off x="3688502" y="1544353"/>
              <a:ext cx="635619" cy="4625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01</a:t>
              </a:r>
              <a:endParaRPr lang="zh-CN" altLang="en-US" sz="2400" dirty="0">
                <a:solidFill>
                  <a:schemeClr val="bg1"/>
                </a:solidFill>
                <a:latin typeface="微软雅黑" pitchFamily="34" charset="-122"/>
                <a:ea typeface="微软雅黑" pitchFamily="34" charset="-122"/>
              </a:endParaRPr>
            </a:p>
          </p:txBody>
        </p:sp>
      </p:grpSp>
      <p:grpSp>
        <p:nvGrpSpPr>
          <p:cNvPr id="36" name="组合 35"/>
          <p:cNvGrpSpPr>
            <a:grpSpLocks noChangeAspect="1"/>
          </p:cNvGrpSpPr>
          <p:nvPr/>
        </p:nvGrpSpPr>
        <p:grpSpPr>
          <a:xfrm>
            <a:off x="5391611" y="2716667"/>
            <a:ext cx="1074776" cy="1071325"/>
            <a:chOff x="4254365" y="1910376"/>
            <a:chExt cx="1300156" cy="1295980"/>
          </a:xfrm>
          <a:solidFill>
            <a:srgbClr val="FFB407"/>
          </a:solidFill>
          <a:effectLst>
            <a:outerShdw blurRad="254000" dist="63500" dir="2700000" algn="tl" rotWithShape="0">
              <a:prstClr val="black">
                <a:alpha val="20000"/>
              </a:prstClr>
            </a:outerShdw>
          </a:effectLst>
        </p:grpSpPr>
        <p:sp>
          <p:nvSpPr>
            <p:cNvPr id="37" name="Freeform 5"/>
            <p:cNvSpPr>
              <a:spLocks/>
            </p:cNvSpPr>
            <p:nvPr/>
          </p:nvSpPr>
          <p:spPr bwMode="auto">
            <a:xfrm rot="2700000" flipH="1">
              <a:off x="4256453" y="1908288"/>
              <a:ext cx="1295980" cy="1300156"/>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8" name="TextBox 9"/>
            <p:cNvSpPr txBox="1">
              <a:spLocks noChangeArrowheads="1"/>
            </p:cNvSpPr>
            <p:nvPr/>
          </p:nvSpPr>
          <p:spPr bwMode="auto">
            <a:xfrm>
              <a:off x="4563927" y="2217005"/>
              <a:ext cx="681031" cy="558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02</a:t>
              </a:r>
              <a:endParaRPr lang="zh-CN" altLang="en-US" sz="2400" dirty="0">
                <a:solidFill>
                  <a:schemeClr val="bg1"/>
                </a:solidFill>
                <a:latin typeface="微软雅黑" pitchFamily="34" charset="-122"/>
                <a:ea typeface="微软雅黑" pitchFamily="34" charset="-122"/>
              </a:endParaRPr>
            </a:p>
          </p:txBody>
        </p:sp>
      </p:grpSp>
      <p:sp>
        <p:nvSpPr>
          <p:cNvPr id="39" name="文本框 34"/>
          <p:cNvSpPr>
            <a:spLocks noChangeArrowheads="1"/>
          </p:cNvSpPr>
          <p:nvPr/>
        </p:nvSpPr>
        <p:spPr bwMode="auto">
          <a:xfrm>
            <a:off x="1538654" y="2810762"/>
            <a:ext cx="321322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gn="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gn="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0" name="文本框 34"/>
          <p:cNvSpPr>
            <a:spLocks noChangeArrowheads="1"/>
          </p:cNvSpPr>
          <p:nvPr/>
        </p:nvSpPr>
        <p:spPr bwMode="auto">
          <a:xfrm>
            <a:off x="7162605" y="1657395"/>
            <a:ext cx="34564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1" name="文本框 34"/>
          <p:cNvSpPr>
            <a:spLocks noChangeArrowheads="1"/>
          </p:cNvSpPr>
          <p:nvPr/>
        </p:nvSpPr>
        <p:spPr bwMode="auto">
          <a:xfrm>
            <a:off x="1647560" y="5087273"/>
            <a:ext cx="31043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gn="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gn="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42" name="组合 41"/>
          <p:cNvGrpSpPr>
            <a:grpSpLocks noChangeAspect="1"/>
          </p:cNvGrpSpPr>
          <p:nvPr/>
        </p:nvGrpSpPr>
        <p:grpSpPr>
          <a:xfrm flipH="1">
            <a:off x="5391611" y="3868005"/>
            <a:ext cx="1074776" cy="1071325"/>
            <a:chOff x="4254365" y="1910376"/>
            <a:chExt cx="1300156" cy="1295980"/>
          </a:xfrm>
          <a:solidFill>
            <a:srgbClr val="596784"/>
          </a:solidFill>
          <a:effectLst>
            <a:outerShdw blurRad="254000" dist="63500" dir="2700000" algn="tl" rotWithShape="0">
              <a:prstClr val="black">
                <a:alpha val="20000"/>
              </a:prstClr>
            </a:outerShdw>
          </a:effectLst>
        </p:grpSpPr>
        <p:sp>
          <p:nvSpPr>
            <p:cNvPr id="43" name="Freeform 5"/>
            <p:cNvSpPr>
              <a:spLocks/>
            </p:cNvSpPr>
            <p:nvPr/>
          </p:nvSpPr>
          <p:spPr bwMode="auto">
            <a:xfrm rot="2700000" flipH="1">
              <a:off x="4256453" y="1908288"/>
              <a:ext cx="1295980" cy="1300156"/>
            </a:xfrm>
            <a:custGeom>
              <a:avLst/>
              <a:gdLst>
                <a:gd name="T0" fmla="*/ 795 w 4296"/>
                <a:gd name="T1" fmla="*/ 796 h 4297"/>
                <a:gd name="T2" fmla="*/ 3678 w 4296"/>
                <a:gd name="T3" fmla="*/ 796 h 4297"/>
                <a:gd name="T4" fmla="*/ 4273 w 4296"/>
                <a:gd name="T5" fmla="*/ 2324 h 4297"/>
                <a:gd name="T6" fmla="*/ 4273 w 4296"/>
                <a:gd name="T7" fmla="*/ 4273 h 4297"/>
                <a:gd name="T8" fmla="*/ 2324 w 4296"/>
                <a:gd name="T9" fmla="*/ 4273 h 4297"/>
                <a:gd name="T10" fmla="*/ 795 w 4296"/>
                <a:gd name="T11" fmla="*/ 3678 h 4297"/>
                <a:gd name="T12" fmla="*/ 795 w 4296"/>
                <a:gd name="T13" fmla="*/ 796 h 4297"/>
              </a:gdLst>
              <a:ahLst/>
              <a:cxnLst>
                <a:cxn ang="0">
                  <a:pos x="T0" y="T1"/>
                </a:cxn>
                <a:cxn ang="0">
                  <a:pos x="T2" y="T3"/>
                </a:cxn>
                <a:cxn ang="0">
                  <a:pos x="T4" y="T5"/>
                </a:cxn>
                <a:cxn ang="0">
                  <a:pos x="T6" y="T7"/>
                </a:cxn>
                <a:cxn ang="0">
                  <a:pos x="T8" y="T9"/>
                </a:cxn>
                <a:cxn ang="0">
                  <a:pos x="T10" y="T11"/>
                </a:cxn>
                <a:cxn ang="0">
                  <a:pos x="T12" y="T13"/>
                </a:cxn>
              </a:cxnLst>
              <a:rect l="0" t="0" r="r" b="b"/>
              <a:pathLst>
                <a:path w="4296" h="4297">
                  <a:moveTo>
                    <a:pt x="795" y="796"/>
                  </a:moveTo>
                  <a:cubicBezTo>
                    <a:pt x="1591" y="0"/>
                    <a:pt x="2882" y="0"/>
                    <a:pt x="3678" y="796"/>
                  </a:cubicBezTo>
                  <a:cubicBezTo>
                    <a:pt x="4098" y="1216"/>
                    <a:pt x="4296" y="1774"/>
                    <a:pt x="4273" y="2324"/>
                  </a:cubicBezTo>
                  <a:lnTo>
                    <a:pt x="4273" y="4273"/>
                  </a:lnTo>
                  <a:lnTo>
                    <a:pt x="2324" y="4273"/>
                  </a:lnTo>
                  <a:cubicBezTo>
                    <a:pt x="1774" y="4297"/>
                    <a:pt x="1216" y="4098"/>
                    <a:pt x="795" y="3678"/>
                  </a:cubicBezTo>
                  <a:cubicBezTo>
                    <a:pt x="0" y="2882"/>
                    <a:pt x="0" y="1592"/>
                    <a:pt x="795" y="796"/>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4" name="TextBox 9"/>
            <p:cNvSpPr txBox="1">
              <a:spLocks noChangeArrowheads="1"/>
            </p:cNvSpPr>
            <p:nvPr/>
          </p:nvSpPr>
          <p:spPr bwMode="auto">
            <a:xfrm>
              <a:off x="4526264" y="2217005"/>
              <a:ext cx="681031" cy="558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03</a:t>
              </a:r>
              <a:endParaRPr lang="zh-CN" altLang="en-US" sz="2400" dirty="0">
                <a:solidFill>
                  <a:schemeClr val="bg1"/>
                </a:solidFill>
                <a:latin typeface="微软雅黑" pitchFamily="34" charset="-122"/>
                <a:ea typeface="微软雅黑" pitchFamily="34" charset="-122"/>
              </a:endParaRPr>
            </a:p>
          </p:txBody>
        </p:sp>
      </p:grpSp>
      <p:sp>
        <p:nvSpPr>
          <p:cNvPr id="45" name="文本框 34"/>
          <p:cNvSpPr>
            <a:spLocks noChangeArrowheads="1"/>
          </p:cNvSpPr>
          <p:nvPr/>
        </p:nvSpPr>
        <p:spPr bwMode="auto">
          <a:xfrm>
            <a:off x="7162605" y="3803502"/>
            <a:ext cx="33246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，添加您的详细描述和详细介绍添加您的详细描述和详细介绍内容</a:t>
            </a:r>
          </a:p>
          <a:p>
            <a:pPr>
              <a:lnSpc>
                <a:spcPct val="150000"/>
              </a:lnSpc>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rot="16200000">
            <a:off x="5394249" y="5021098"/>
            <a:ext cx="1070596" cy="1067083"/>
            <a:chOff x="3111668" y="2944827"/>
            <a:chExt cx="1640481" cy="1635098"/>
          </a:xfrm>
          <a:solidFill>
            <a:srgbClr val="FFB407"/>
          </a:solidFill>
          <a:effectLst>
            <a:outerShdw blurRad="254000" dist="63500" dir="2700000" algn="tl" rotWithShape="0">
              <a:prstClr val="black">
                <a:alpha val="20000"/>
              </a:prstClr>
            </a:outerShdw>
          </a:effectLst>
        </p:grpSpPr>
        <p:sp>
          <p:nvSpPr>
            <p:cNvPr id="47" name="Freeform 7"/>
            <p:cNvSpPr>
              <a:spLocks/>
            </p:cNvSpPr>
            <p:nvPr/>
          </p:nvSpPr>
          <p:spPr bwMode="auto">
            <a:xfrm rot="2700000">
              <a:off x="3114360" y="2942135"/>
              <a:ext cx="1635098" cy="1640481"/>
            </a:xfrm>
            <a:custGeom>
              <a:avLst/>
              <a:gdLst>
                <a:gd name="T0" fmla="*/ 4570 w 5609"/>
                <a:gd name="T1" fmla="*/ 4570 h 5609"/>
                <a:gd name="T2" fmla="*/ 807 w 5609"/>
                <a:gd name="T3" fmla="*/ 4570 h 5609"/>
                <a:gd name="T4" fmla="*/ 30 w 5609"/>
                <a:gd name="T5" fmla="*/ 2575 h 5609"/>
                <a:gd name="T6" fmla="*/ 30 w 5609"/>
                <a:gd name="T7" fmla="*/ 30 h 5609"/>
                <a:gd name="T8" fmla="*/ 2574 w 5609"/>
                <a:gd name="T9" fmla="*/ 30 h 5609"/>
                <a:gd name="T10" fmla="*/ 4570 w 5609"/>
                <a:gd name="T11" fmla="*/ 807 h 5609"/>
                <a:gd name="T12" fmla="*/ 4570 w 5609"/>
                <a:gd name="T13" fmla="*/ 4570 h 5609"/>
              </a:gdLst>
              <a:ahLst/>
              <a:cxnLst>
                <a:cxn ang="0">
                  <a:pos x="T0" y="T1"/>
                </a:cxn>
                <a:cxn ang="0">
                  <a:pos x="T2" y="T3"/>
                </a:cxn>
                <a:cxn ang="0">
                  <a:pos x="T4" y="T5"/>
                </a:cxn>
                <a:cxn ang="0">
                  <a:pos x="T6" y="T7"/>
                </a:cxn>
                <a:cxn ang="0">
                  <a:pos x="T8" y="T9"/>
                </a:cxn>
                <a:cxn ang="0">
                  <a:pos x="T10" y="T11"/>
                </a:cxn>
                <a:cxn ang="0">
                  <a:pos x="T12" y="T13"/>
                </a:cxn>
              </a:cxnLst>
              <a:rect l="0" t="0" r="r" b="b"/>
              <a:pathLst>
                <a:path w="5609" h="5609">
                  <a:moveTo>
                    <a:pt x="4570" y="4570"/>
                  </a:moveTo>
                  <a:cubicBezTo>
                    <a:pt x="3531" y="5609"/>
                    <a:pt x="1846" y="5609"/>
                    <a:pt x="807" y="4570"/>
                  </a:cubicBezTo>
                  <a:cubicBezTo>
                    <a:pt x="258" y="4022"/>
                    <a:pt x="0" y="3293"/>
                    <a:pt x="30" y="2575"/>
                  </a:cubicBezTo>
                  <a:lnTo>
                    <a:pt x="30" y="30"/>
                  </a:lnTo>
                  <a:lnTo>
                    <a:pt x="2574" y="30"/>
                  </a:lnTo>
                  <a:cubicBezTo>
                    <a:pt x="3293" y="0"/>
                    <a:pt x="4022" y="258"/>
                    <a:pt x="4570" y="807"/>
                  </a:cubicBezTo>
                  <a:cubicBezTo>
                    <a:pt x="5609" y="1846"/>
                    <a:pt x="5609" y="3531"/>
                    <a:pt x="4570" y="4570"/>
                  </a:cubicBez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 name="TextBox 9"/>
            <p:cNvSpPr txBox="1">
              <a:spLocks noChangeArrowheads="1"/>
            </p:cNvSpPr>
            <p:nvPr/>
          </p:nvSpPr>
          <p:spPr bwMode="auto">
            <a:xfrm rot="5400000">
              <a:off x="3581264" y="3408671"/>
              <a:ext cx="862650" cy="7074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2400" dirty="0">
                  <a:solidFill>
                    <a:schemeClr val="bg1"/>
                  </a:solidFill>
                  <a:latin typeface="微软雅黑" pitchFamily="34" charset="-122"/>
                  <a:ea typeface="微软雅黑" pitchFamily="34" charset="-122"/>
                </a:rPr>
                <a:t>04</a:t>
              </a:r>
              <a:endParaRPr lang="zh-CN" altLang="en-US" sz="2400" dirty="0">
                <a:solidFill>
                  <a:schemeClr val="bg1"/>
                </a:solidFill>
                <a:latin typeface="微软雅黑" pitchFamily="34" charset="-122"/>
                <a:ea typeface="微软雅黑" pitchFamily="34" charset="-122"/>
              </a:endParaRPr>
            </a:p>
          </p:txBody>
        </p:sp>
      </p:grpSp>
      <p:grpSp>
        <p:nvGrpSpPr>
          <p:cNvPr id="21" name="组合 20"/>
          <p:cNvGrpSpPr/>
          <p:nvPr/>
        </p:nvGrpSpPr>
        <p:grpSpPr>
          <a:xfrm>
            <a:off x="440207" y="208489"/>
            <a:ext cx="5136628" cy="734369"/>
            <a:chOff x="440207" y="208489"/>
            <a:chExt cx="5136628" cy="734369"/>
          </a:xfrm>
        </p:grpSpPr>
        <p:sp>
          <p:nvSpPr>
            <p:cNvPr id="22" name="文本框 21">
              <a:extLst>
                <a:ext uri="{FF2B5EF4-FFF2-40B4-BE49-F238E27FC236}">
                  <a16:creationId xmlns:a16="http://schemas.microsoft.com/office/drawing/2014/main" id="{C9FE3F12-EF2B-4C2B-8DA1-3D9B6D947A7C}"/>
                </a:ext>
              </a:extLst>
            </p:cNvPr>
            <p:cNvSpPr txBox="1"/>
            <p:nvPr/>
          </p:nvSpPr>
          <p:spPr>
            <a:xfrm>
              <a:off x="440207" y="208489"/>
              <a:ext cx="1261884" cy="597921"/>
            </a:xfrm>
            <a:prstGeom prst="rect">
              <a:avLst/>
            </a:prstGeom>
            <a:noFill/>
          </p:spPr>
          <p:txBody>
            <a:bodyPr wrap="none" rtlCol="0">
              <a:spAutoFit/>
            </a:bodyPr>
            <a:lstStyle/>
            <a:p>
              <a:pPr fontAlgn="auto">
                <a:lnSpc>
                  <a:spcPct val="130000"/>
                </a:lnSpc>
                <a:defRPr/>
              </a:pPr>
              <a:r>
                <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rPr>
                <a:t>展示页</a:t>
              </a:r>
            </a:p>
          </p:txBody>
        </p:sp>
        <p:sp>
          <p:nvSpPr>
            <p:cNvPr id="23" name="矩形 22">
              <a:extLst>
                <a:ext uri="{FF2B5EF4-FFF2-40B4-BE49-F238E27FC236}">
                  <a16:creationId xmlns:a16="http://schemas.microsoft.com/office/drawing/2014/main" id="{F3726BB5-172B-4432-AF35-26229E90CCC6}"/>
                </a:ext>
              </a:extLst>
            </p:cNvPr>
            <p:cNvSpPr/>
            <p:nvPr/>
          </p:nvSpPr>
          <p:spPr>
            <a:xfrm>
              <a:off x="1235631" y="669963"/>
              <a:ext cx="4341204" cy="272895"/>
            </a:xfrm>
            <a:prstGeom prst="rect">
              <a:avLst/>
            </a:prstGeom>
          </p:spPr>
          <p:txBody>
            <a:bodyPr wrap="square">
              <a:spAutoFit/>
            </a:bodyPr>
            <a:lstStyle/>
            <a:p>
              <a:pPr>
                <a:lnSpc>
                  <a:spcPct val="130000"/>
                </a:lnSpc>
              </a:pPr>
              <a:endParaRPr lang="zh-CN" altLang="en-US" sz="1000" dirty="0">
                <a:solidFill>
                  <a:schemeClr val="tx1">
                    <a:lumMod val="65000"/>
                    <a:lumOff val="35000"/>
                  </a:schemeClr>
                </a:solidFill>
                <a:latin typeface="方正黑体简体" panose="02010601030101010101" pitchFamily="2" charset="-122"/>
                <a:ea typeface="方正黑体简体" panose="02010601030101010101" pitchFamily="2" charset="-122"/>
                <a:cs typeface="+mn-ea"/>
                <a:sym typeface="+mn-lt"/>
              </a:endParaRPr>
            </a:p>
          </p:txBody>
        </p:sp>
      </p:grpSp>
    </p:spTree>
    <p:extLst>
      <p:ext uri="{BB962C8B-B14F-4D97-AF65-F5344CB8AC3E}">
        <p14:creationId xmlns:p14="http://schemas.microsoft.com/office/powerpoint/2010/main" val="2882822775"/>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1+#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1+#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75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0-#ppt_w/2"/>
                                          </p:val>
                                        </p:tav>
                                        <p:tav tm="100000">
                                          <p:val>
                                            <p:strVal val="#ppt_x"/>
                                          </p:val>
                                        </p:tav>
                                      </p:tavLst>
                                    </p:anim>
                                    <p:anim calcmode="lin" valueType="num">
                                      <p:cBhvr additive="base">
                                        <p:cTn id="20" dur="500" fill="hold"/>
                                        <p:tgtEl>
                                          <p:spTgt spid="46"/>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2" presetClass="entr" presetSubtype="8" decel="53333"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750" fill="hold"/>
                                        <p:tgtEl>
                                          <p:spTgt spid="39"/>
                                        </p:tgtEl>
                                        <p:attrNameLst>
                                          <p:attrName>ppt_x</p:attrName>
                                        </p:attrNameLst>
                                      </p:cBhvr>
                                      <p:tavLst>
                                        <p:tav tm="0">
                                          <p:val>
                                            <p:strVal val="0-#ppt_w/2"/>
                                          </p:val>
                                        </p:tav>
                                        <p:tav tm="100000">
                                          <p:val>
                                            <p:strVal val="#ppt_x"/>
                                          </p:val>
                                        </p:tav>
                                      </p:tavLst>
                                    </p:anim>
                                    <p:anim calcmode="lin" valueType="num">
                                      <p:cBhvr additive="base">
                                        <p:cTn id="25" dur="750" fill="hold"/>
                                        <p:tgtEl>
                                          <p:spTgt spid="39"/>
                                        </p:tgtEl>
                                        <p:attrNameLst>
                                          <p:attrName>ppt_y</p:attrName>
                                        </p:attrNameLst>
                                      </p:cBhvr>
                                      <p:tavLst>
                                        <p:tav tm="0">
                                          <p:val>
                                            <p:strVal val="#ppt_y"/>
                                          </p:val>
                                        </p:tav>
                                        <p:tav tm="100000">
                                          <p:val>
                                            <p:strVal val="#ppt_y"/>
                                          </p:val>
                                        </p:tav>
                                      </p:tavLst>
                                    </p:anim>
                                  </p:childTnLst>
                                </p:cTn>
                              </p:par>
                              <p:par>
                                <p:cTn id="26" presetID="2" presetClass="entr" presetSubtype="8" decel="53333"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750" fill="hold"/>
                                        <p:tgtEl>
                                          <p:spTgt spid="41"/>
                                        </p:tgtEl>
                                        <p:attrNameLst>
                                          <p:attrName>ppt_x</p:attrName>
                                        </p:attrNameLst>
                                      </p:cBhvr>
                                      <p:tavLst>
                                        <p:tav tm="0">
                                          <p:val>
                                            <p:strVal val="0-#ppt_w/2"/>
                                          </p:val>
                                        </p:tav>
                                        <p:tav tm="100000">
                                          <p:val>
                                            <p:strVal val="#ppt_x"/>
                                          </p:val>
                                        </p:tav>
                                      </p:tavLst>
                                    </p:anim>
                                    <p:anim calcmode="lin" valueType="num">
                                      <p:cBhvr additive="base">
                                        <p:cTn id="29" dur="750" fill="hold"/>
                                        <p:tgtEl>
                                          <p:spTgt spid="41"/>
                                        </p:tgtEl>
                                        <p:attrNameLst>
                                          <p:attrName>ppt_y</p:attrName>
                                        </p:attrNameLst>
                                      </p:cBhvr>
                                      <p:tavLst>
                                        <p:tav tm="0">
                                          <p:val>
                                            <p:strVal val="#ppt_y"/>
                                          </p:val>
                                        </p:tav>
                                        <p:tav tm="100000">
                                          <p:val>
                                            <p:strVal val="#ppt_y"/>
                                          </p:val>
                                        </p:tav>
                                      </p:tavLst>
                                    </p:anim>
                                  </p:childTnLst>
                                </p:cTn>
                              </p:par>
                              <p:par>
                                <p:cTn id="30" presetID="2" presetClass="entr" presetSubtype="2" decel="53333"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750" fill="hold"/>
                                        <p:tgtEl>
                                          <p:spTgt spid="40"/>
                                        </p:tgtEl>
                                        <p:attrNameLst>
                                          <p:attrName>ppt_x</p:attrName>
                                        </p:attrNameLst>
                                      </p:cBhvr>
                                      <p:tavLst>
                                        <p:tav tm="0">
                                          <p:val>
                                            <p:strVal val="1+#ppt_w/2"/>
                                          </p:val>
                                        </p:tav>
                                        <p:tav tm="100000">
                                          <p:val>
                                            <p:strVal val="#ppt_x"/>
                                          </p:val>
                                        </p:tav>
                                      </p:tavLst>
                                    </p:anim>
                                    <p:anim calcmode="lin" valueType="num">
                                      <p:cBhvr additive="base">
                                        <p:cTn id="33" dur="750" fill="hold"/>
                                        <p:tgtEl>
                                          <p:spTgt spid="40"/>
                                        </p:tgtEl>
                                        <p:attrNameLst>
                                          <p:attrName>ppt_y</p:attrName>
                                        </p:attrNameLst>
                                      </p:cBhvr>
                                      <p:tavLst>
                                        <p:tav tm="0">
                                          <p:val>
                                            <p:strVal val="#ppt_y"/>
                                          </p:val>
                                        </p:tav>
                                        <p:tav tm="100000">
                                          <p:val>
                                            <p:strVal val="#ppt_y"/>
                                          </p:val>
                                        </p:tav>
                                      </p:tavLst>
                                    </p:anim>
                                  </p:childTnLst>
                                </p:cTn>
                              </p:par>
                              <p:par>
                                <p:cTn id="34" presetID="2" presetClass="entr" presetSubtype="2" decel="53333"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 calcmode="lin" valueType="num">
                                      <p:cBhvr additive="base">
                                        <p:cTn id="36" dur="750" fill="hold"/>
                                        <p:tgtEl>
                                          <p:spTgt spid="45"/>
                                        </p:tgtEl>
                                        <p:attrNameLst>
                                          <p:attrName>ppt_x</p:attrName>
                                        </p:attrNameLst>
                                      </p:cBhvr>
                                      <p:tavLst>
                                        <p:tav tm="0">
                                          <p:val>
                                            <p:strVal val="1+#ppt_w/2"/>
                                          </p:val>
                                        </p:tav>
                                        <p:tav tm="100000">
                                          <p:val>
                                            <p:strVal val="#ppt_x"/>
                                          </p:val>
                                        </p:tav>
                                      </p:tavLst>
                                    </p:anim>
                                    <p:anim calcmode="lin" valueType="num">
                                      <p:cBhvr additive="base">
                                        <p:cTn id="37" dur="75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箭头连接符 23"/>
          <p:cNvCxnSpPr/>
          <p:nvPr/>
        </p:nvCxnSpPr>
        <p:spPr>
          <a:xfrm>
            <a:off x="623392" y="3769644"/>
            <a:ext cx="10561173" cy="0"/>
          </a:xfrm>
          <a:prstGeom prst="straightConnector1">
            <a:avLst/>
          </a:prstGeom>
          <a:ln w="12700">
            <a:solidFill>
              <a:srgbClr val="59678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2351584" y="3087926"/>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1762675" y="1856480"/>
            <a:ext cx="1248139" cy="1248139"/>
          </a:xfrm>
          <a:prstGeom prst="ellipse">
            <a:avLst/>
          </a:prstGeom>
          <a:solidFill>
            <a:srgbClr val="FFB407"/>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27" name="椭圆 26"/>
          <p:cNvSpPr/>
          <p:nvPr/>
        </p:nvSpPr>
        <p:spPr>
          <a:xfrm>
            <a:off x="2255574" y="3663990"/>
            <a:ext cx="192021" cy="192021"/>
          </a:xfrm>
          <a:prstGeom prst="ellipse">
            <a:avLst/>
          </a:prstGeom>
          <a:solidFill>
            <a:srgbClr val="FFB407"/>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28" name="直接连接符 27"/>
          <p:cNvCxnSpPr/>
          <p:nvPr/>
        </p:nvCxnSpPr>
        <p:spPr>
          <a:xfrm flipV="1">
            <a:off x="4799856" y="3856011"/>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4175787" y="4519475"/>
            <a:ext cx="1248139" cy="1248139"/>
          </a:xfrm>
          <a:prstGeom prst="ellipse">
            <a:avLst/>
          </a:prstGeom>
          <a:solidFill>
            <a:srgbClr val="596784"/>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34" name="椭圆 33"/>
          <p:cNvSpPr/>
          <p:nvPr/>
        </p:nvSpPr>
        <p:spPr>
          <a:xfrm>
            <a:off x="4703846" y="3680683"/>
            <a:ext cx="192021" cy="192021"/>
          </a:xfrm>
          <a:prstGeom prst="ellipse">
            <a:avLst/>
          </a:prstGeom>
          <a:solidFill>
            <a:srgbClr val="596784"/>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35" name="直接连接符 34"/>
          <p:cNvCxnSpPr/>
          <p:nvPr/>
        </p:nvCxnSpPr>
        <p:spPr>
          <a:xfrm flipV="1">
            <a:off x="9831457" y="3839318"/>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9207388" y="4502782"/>
            <a:ext cx="1248139" cy="1248139"/>
          </a:xfrm>
          <a:prstGeom prst="ellipse">
            <a:avLst/>
          </a:prstGeom>
          <a:solidFill>
            <a:srgbClr val="596784"/>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39" name="椭圆 38"/>
          <p:cNvSpPr/>
          <p:nvPr/>
        </p:nvSpPr>
        <p:spPr>
          <a:xfrm>
            <a:off x="9735447" y="3663990"/>
            <a:ext cx="192021" cy="192021"/>
          </a:xfrm>
          <a:prstGeom prst="ellipse">
            <a:avLst/>
          </a:prstGeom>
          <a:solidFill>
            <a:srgbClr val="596784"/>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cxnSp>
        <p:nvCxnSpPr>
          <p:cNvPr id="40" name="直接连接符 39"/>
          <p:cNvCxnSpPr/>
          <p:nvPr/>
        </p:nvCxnSpPr>
        <p:spPr>
          <a:xfrm flipV="1">
            <a:off x="7315656" y="3104619"/>
            <a:ext cx="0" cy="672075"/>
          </a:xfrm>
          <a:prstGeom prst="line">
            <a:avLst/>
          </a:prstGeom>
          <a:ln w="12700">
            <a:solidFill>
              <a:srgbClr val="596784"/>
            </a:solidFill>
            <a:prstDash val="dash"/>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6691587" y="1846836"/>
            <a:ext cx="1248139" cy="1248139"/>
          </a:xfrm>
          <a:prstGeom prst="ellipse">
            <a:avLst/>
          </a:prstGeom>
          <a:solidFill>
            <a:srgbClr val="FFB407"/>
          </a:solidFill>
          <a:ln w="25400">
            <a:noFill/>
          </a:ln>
          <a:effectLst>
            <a:outerShdw blurRad="254000" dist="63500" dir="2700000" algn="tl" rotWithShape="0">
              <a:prstClr val="black">
                <a:alpha val="20000"/>
              </a:prstClr>
            </a:outerShdw>
          </a:effectLst>
          <a:scene3d>
            <a:camera prst="orthographicFront"/>
            <a:lightRig rig="twoPt" dir="t"/>
          </a:scene3d>
          <a:sp3d prstMaterial="plastic">
            <a:extrusionClr>
              <a:schemeClr val="accent1"/>
            </a:extrusionClr>
            <a:contourClr>
              <a:schemeClr val="tx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solidFill>
                <a:srgbClr val="4D4D4D"/>
              </a:solidFill>
              <a:latin typeface="Leelawadee"/>
            </a:endParaRPr>
          </a:p>
        </p:txBody>
      </p:sp>
      <p:sp>
        <p:nvSpPr>
          <p:cNvPr id="42" name="椭圆 41"/>
          <p:cNvSpPr/>
          <p:nvPr/>
        </p:nvSpPr>
        <p:spPr>
          <a:xfrm>
            <a:off x="7219646" y="3680683"/>
            <a:ext cx="192021" cy="192021"/>
          </a:xfrm>
          <a:prstGeom prst="ellipse">
            <a:avLst/>
          </a:prstGeom>
          <a:solidFill>
            <a:srgbClr val="FFB407"/>
          </a:solidFill>
          <a:ln w="15875">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129600" tIns="129600" rIns="130776" bIns="129600" anchor="ctr"/>
          <a:lstStyle/>
          <a:p>
            <a:pPr marL="177796" indent="-177796" algn="ctr"/>
            <a:endParaRPr lang="zh-CN" altLang="en-US" sz="2400" b="1" dirty="0">
              <a:solidFill>
                <a:srgbClr val="808080"/>
              </a:solidFill>
              <a:latin typeface="微软雅黑"/>
              <a:cs typeface="Arial" charset="0"/>
            </a:endParaRPr>
          </a:p>
        </p:txBody>
      </p:sp>
      <p:sp>
        <p:nvSpPr>
          <p:cNvPr id="43" name="TextBox 56"/>
          <p:cNvSpPr txBox="1"/>
          <p:nvPr/>
        </p:nvSpPr>
        <p:spPr>
          <a:xfrm>
            <a:off x="3118440" y="2076952"/>
            <a:ext cx="3169581" cy="369332"/>
          </a:xfrm>
          <a:prstGeom prst="rect">
            <a:avLst/>
          </a:prstGeom>
          <a:noFill/>
        </p:spPr>
        <p:txBody>
          <a:bodyPr wrap="square" rtlCol="0">
            <a:spAutoFit/>
          </a:bodyPr>
          <a:lstStyle/>
          <a:p>
            <a:r>
              <a:rPr lang="zh-CN" altLang="en-US" dirty="0"/>
              <a:t>为何首页不接入后端内容接口？</a:t>
            </a:r>
          </a:p>
        </p:txBody>
      </p:sp>
      <p:sp>
        <p:nvSpPr>
          <p:cNvPr id="44" name="TextBox 56"/>
          <p:cNvSpPr txBox="1"/>
          <p:nvPr/>
        </p:nvSpPr>
        <p:spPr>
          <a:xfrm>
            <a:off x="8150656" y="2076952"/>
            <a:ext cx="3169581" cy="752194"/>
          </a:xfrm>
          <a:prstGeom prst="rect">
            <a:avLst/>
          </a:prstGeom>
          <a:noFill/>
        </p:spPr>
        <p:txBody>
          <a:bodyPr wrap="square" rtlCol="0">
            <a:spAutoFit/>
          </a:bodyPr>
          <a:lstStyle/>
          <a:p>
            <a:pPr>
              <a:lnSpc>
                <a:spcPct val="150000"/>
              </a:lnSpc>
            </a:pPr>
            <a:r>
              <a:rPr lang="zh-CN" altLang="en-US" dirty="0"/>
              <a:t>个人中心缺失的计划？</a:t>
            </a:r>
          </a:p>
          <a:p>
            <a:pPr>
              <a:lnSpc>
                <a:spcPct val="15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3" name="TextBox 56"/>
          <p:cNvSpPr txBox="1"/>
          <p:nvPr/>
        </p:nvSpPr>
        <p:spPr>
          <a:xfrm>
            <a:off x="794321" y="4734024"/>
            <a:ext cx="3169581" cy="752194"/>
          </a:xfrm>
          <a:prstGeom prst="rect">
            <a:avLst/>
          </a:prstGeom>
          <a:noFill/>
        </p:spPr>
        <p:txBody>
          <a:bodyPr wrap="square" rtlCol="0">
            <a:spAutoFit/>
          </a:bodyPr>
          <a:lstStyle/>
          <a:p>
            <a:pPr>
              <a:lnSpc>
                <a:spcPct val="150000"/>
              </a:lnSpc>
            </a:pPr>
            <a:r>
              <a:rPr lang="zh-CN" altLang="en-US" dirty="0"/>
              <a:t>登录后未自动跳转的影响？</a:t>
            </a:r>
          </a:p>
          <a:p>
            <a:pPr>
              <a:lnSpc>
                <a:spcPct val="150000"/>
              </a:lnSpc>
            </a:pP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TextBox 56"/>
          <p:cNvSpPr txBox="1"/>
          <p:nvPr/>
        </p:nvSpPr>
        <p:spPr>
          <a:xfrm>
            <a:off x="5841741" y="4796099"/>
            <a:ext cx="3169581" cy="369332"/>
          </a:xfrm>
          <a:prstGeom prst="rect">
            <a:avLst/>
          </a:prstGeom>
          <a:noFill/>
        </p:spPr>
        <p:txBody>
          <a:bodyPr wrap="square" rtlCol="0">
            <a:spAutoFit/>
          </a:bodyPr>
          <a:lstStyle/>
          <a:p>
            <a:r>
              <a:rPr lang="zh-CN" altLang="en-US"/>
              <a:t>余票实时与排序如何保障？</a:t>
            </a:r>
          </a:p>
        </p:txBody>
      </p:sp>
      <p:grpSp>
        <p:nvGrpSpPr>
          <p:cNvPr id="55" name="Group 47"/>
          <p:cNvGrpSpPr/>
          <p:nvPr/>
        </p:nvGrpSpPr>
        <p:grpSpPr>
          <a:xfrm>
            <a:off x="6924228" y="2076951"/>
            <a:ext cx="782853" cy="782853"/>
            <a:chOff x="3707904" y="1338582"/>
            <a:chExt cx="587140" cy="587140"/>
          </a:xfrm>
          <a:solidFill>
            <a:schemeClr val="bg1"/>
          </a:solidFill>
          <a:effectLst/>
        </p:grpSpPr>
        <p:sp>
          <p:nvSpPr>
            <p:cNvPr id="56" name="Freeform 11"/>
            <p:cNvSpPr>
              <a:spLocks noEditPoints="1"/>
            </p:cNvSpPr>
            <p:nvPr/>
          </p:nvSpPr>
          <p:spPr bwMode="auto">
            <a:xfrm>
              <a:off x="3869342" y="1489799"/>
              <a:ext cx="232459" cy="261709"/>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57" name="Freeform 23"/>
            <p:cNvSpPr>
              <a:spLocks noEditPoints="1"/>
            </p:cNvSpPr>
            <p:nvPr/>
          </p:nvSpPr>
          <p:spPr bwMode="auto">
            <a:xfrm>
              <a:off x="3707904" y="1338582"/>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58" name="Group 48"/>
          <p:cNvGrpSpPr/>
          <p:nvPr/>
        </p:nvGrpSpPr>
        <p:grpSpPr>
          <a:xfrm>
            <a:off x="4408430" y="4756423"/>
            <a:ext cx="782853" cy="782853"/>
            <a:chOff x="5607375" y="3562825"/>
            <a:chExt cx="587140" cy="587140"/>
          </a:xfrm>
          <a:solidFill>
            <a:schemeClr val="bg1"/>
          </a:solidFill>
          <a:effectLst/>
        </p:grpSpPr>
        <p:sp>
          <p:nvSpPr>
            <p:cNvPr id="59" name="Freeform 15"/>
            <p:cNvSpPr>
              <a:spLocks noEditPoints="1"/>
            </p:cNvSpPr>
            <p:nvPr/>
          </p:nvSpPr>
          <p:spPr bwMode="auto">
            <a:xfrm>
              <a:off x="5746497" y="3702123"/>
              <a:ext cx="308897" cy="308544"/>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0" name="Freeform 23"/>
            <p:cNvSpPr>
              <a:spLocks noEditPoints="1"/>
            </p:cNvSpPr>
            <p:nvPr/>
          </p:nvSpPr>
          <p:spPr bwMode="auto">
            <a:xfrm>
              <a:off x="5607375"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61" name="Group 49"/>
          <p:cNvGrpSpPr/>
          <p:nvPr/>
        </p:nvGrpSpPr>
        <p:grpSpPr>
          <a:xfrm>
            <a:off x="1960158" y="2045093"/>
            <a:ext cx="782853" cy="782853"/>
            <a:chOff x="6665323" y="3562825"/>
            <a:chExt cx="587140" cy="587140"/>
          </a:xfrm>
          <a:solidFill>
            <a:schemeClr val="bg1"/>
          </a:solidFill>
          <a:effectLst/>
        </p:grpSpPr>
        <p:sp>
          <p:nvSpPr>
            <p:cNvPr id="62"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3" name="Freeform 23"/>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grpSp>
        <p:nvGrpSpPr>
          <p:cNvPr id="64" name="Group 50"/>
          <p:cNvGrpSpPr/>
          <p:nvPr/>
        </p:nvGrpSpPr>
        <p:grpSpPr>
          <a:xfrm>
            <a:off x="9440030" y="4735425"/>
            <a:ext cx="782853" cy="782853"/>
            <a:chOff x="7740352" y="3562825"/>
            <a:chExt cx="587140" cy="587140"/>
          </a:xfrm>
          <a:solidFill>
            <a:schemeClr val="bg1"/>
          </a:solidFill>
          <a:effectLst/>
        </p:grpSpPr>
        <p:sp>
          <p:nvSpPr>
            <p:cNvPr id="65" name="Freeform 23"/>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sp>
          <p:nvSpPr>
            <p:cNvPr id="66"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dirty="0">
                <a:solidFill>
                  <a:srgbClr val="B2B2B2"/>
                </a:solidFill>
              </a:endParaRPr>
            </a:p>
          </p:txBody>
        </p:sp>
      </p:grpSp>
      <p:sp>
        <p:nvSpPr>
          <p:cNvPr id="36" name="文本框 35">
            <a:extLst>
              <a:ext uri="{FF2B5EF4-FFF2-40B4-BE49-F238E27FC236}">
                <a16:creationId xmlns:a16="http://schemas.microsoft.com/office/drawing/2014/main" id="{C9FE3F12-EF2B-4C2B-8DA1-3D9B6D947A7C}"/>
              </a:ext>
            </a:extLst>
          </p:cNvPr>
          <p:cNvSpPr txBox="1"/>
          <p:nvPr/>
        </p:nvSpPr>
        <p:spPr>
          <a:xfrm>
            <a:off x="344341" y="88904"/>
            <a:ext cx="1074333" cy="597921"/>
          </a:xfrm>
          <a:prstGeom prst="rect">
            <a:avLst/>
          </a:prstGeom>
          <a:noFill/>
        </p:spPr>
        <p:txBody>
          <a:bodyPr wrap="none" rtlCol="0">
            <a:spAutoFit/>
          </a:bodyPr>
          <a:lstStyle/>
          <a:p>
            <a:pPr fontAlgn="auto">
              <a:lnSpc>
                <a:spcPct val="130000"/>
              </a:lnSpc>
              <a:defRPr/>
            </a:pPr>
            <a:r>
              <a:rPr lang="en-US" altLang="zh-CN" sz="2800" b="1" dirty="0">
                <a:solidFill>
                  <a:srgbClr val="554B4F"/>
                </a:solidFill>
                <a:latin typeface="方正黑体简体" panose="02010601030101010101" pitchFamily="2" charset="-122"/>
                <a:ea typeface="方正黑体简体" panose="02010601030101010101" pitchFamily="2" charset="-122"/>
                <a:cs typeface="+mn-ea"/>
                <a:sym typeface="+mn-lt"/>
              </a:rPr>
              <a:t>Q&amp;A</a:t>
            </a:r>
            <a:endParaRPr lang="zh-CN" altLang="en-US" sz="2800" b="1" dirty="0">
              <a:solidFill>
                <a:srgbClr val="554B4F"/>
              </a:solidFill>
              <a:latin typeface="方正黑体简体" panose="02010601030101010101" pitchFamily="2" charset="-122"/>
              <a:ea typeface="方正黑体简体" panose="02010601030101010101" pitchFamily="2" charset="-122"/>
              <a:cs typeface="+mn-ea"/>
              <a:sym typeface="+mn-lt"/>
            </a:endParaRPr>
          </a:p>
        </p:txBody>
      </p:sp>
    </p:spTree>
    <p:extLst>
      <p:ext uri="{BB962C8B-B14F-4D97-AF65-F5344CB8AC3E}">
        <p14:creationId xmlns:p14="http://schemas.microsoft.com/office/powerpoint/2010/main" val="89053590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1000"/>
                                        <p:tgtEl>
                                          <p:spTgt spid="24"/>
                                        </p:tgtEl>
                                      </p:cBhvr>
                                    </p:animEffect>
                                  </p:childTnLst>
                                </p:cTn>
                              </p:par>
                            </p:childTnLst>
                          </p:cTn>
                        </p:par>
                        <p:par>
                          <p:cTn id="8" fill="hold">
                            <p:stCondLst>
                              <p:cond delay="1000"/>
                            </p:stCondLst>
                            <p:childTnLst>
                              <p:par>
                                <p:cTn id="9" presetID="23" presetClass="entr" presetSubtype="32"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strVal val="4*#ppt_w"/>
                                          </p:val>
                                        </p:tav>
                                        <p:tav tm="100000">
                                          <p:val>
                                            <p:strVal val="#ppt_w"/>
                                          </p:val>
                                        </p:tav>
                                      </p:tavLst>
                                    </p:anim>
                                    <p:anim calcmode="lin" valueType="num">
                                      <p:cBhvr>
                                        <p:cTn id="12" dur="500" fill="hold"/>
                                        <p:tgtEl>
                                          <p:spTgt spid="27"/>
                                        </p:tgtEl>
                                        <p:attrNameLst>
                                          <p:attrName>ppt_h</p:attrName>
                                        </p:attrNameLst>
                                      </p:cBhvr>
                                      <p:tavLst>
                                        <p:tav tm="0">
                                          <p:val>
                                            <p:strVal val="4*#ppt_h"/>
                                          </p:val>
                                        </p:tav>
                                        <p:tav tm="100000">
                                          <p:val>
                                            <p:strVal val="#ppt_h"/>
                                          </p:val>
                                        </p:tav>
                                      </p:tavLst>
                                    </p:anim>
                                  </p:childTnLst>
                                </p:cTn>
                              </p:par>
                            </p:childTnLst>
                          </p:cTn>
                        </p:par>
                        <p:par>
                          <p:cTn id="13" fill="hold">
                            <p:stCondLst>
                              <p:cond delay="1500"/>
                            </p:stCondLst>
                            <p:childTnLst>
                              <p:par>
                                <p:cTn id="14" presetID="26" presetClass="emph" presetSubtype="0" repeatCount="2000" fill="hold" grpId="1" nodeType="afterEffect">
                                  <p:stCondLst>
                                    <p:cond delay="0"/>
                                  </p:stCondLst>
                                  <p:childTnLst>
                                    <p:animEffect transition="out" filter="fade">
                                      <p:cBhvr>
                                        <p:cTn id="15" dur="200" tmFilter="0, 0; .2, .5; .8, .5; 1, 0"/>
                                        <p:tgtEl>
                                          <p:spTgt spid="27"/>
                                        </p:tgtEl>
                                      </p:cBhvr>
                                    </p:animEffect>
                                    <p:animScale>
                                      <p:cBhvr>
                                        <p:cTn id="16" dur="100" autoRev="1" fill="hold"/>
                                        <p:tgtEl>
                                          <p:spTgt spid="27"/>
                                        </p:tgtEl>
                                      </p:cBhvr>
                                      <p:by x="105000" y="105000"/>
                                    </p:animScale>
                                  </p:childTnLst>
                                </p:cTn>
                              </p:par>
                            </p:childTnLst>
                          </p:cTn>
                        </p:par>
                        <p:par>
                          <p:cTn id="17" fill="hold">
                            <p:stCondLst>
                              <p:cond delay="1900"/>
                            </p:stCondLst>
                            <p:childTnLst>
                              <p:par>
                                <p:cTn id="18" presetID="2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par>
                          <p:cTn id="21" fill="hold">
                            <p:stCondLst>
                              <p:cond delay="2400"/>
                            </p:stCondLst>
                            <p:childTnLst>
                              <p:par>
                                <p:cTn id="22" presetID="53" presetClass="entr" presetSubtype="16"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childTnLst>
                          </p:cTn>
                        </p:par>
                        <p:par>
                          <p:cTn id="27" fill="hold">
                            <p:stCondLst>
                              <p:cond delay="2900"/>
                            </p:stCondLst>
                            <p:childTnLst>
                              <p:par>
                                <p:cTn id="28" presetID="55" presetClass="entr" presetSubtype="0" fill="hold" nodeType="afterEffect">
                                  <p:stCondLst>
                                    <p:cond delay="0"/>
                                  </p:stCondLst>
                                  <p:childTnLst>
                                    <p:set>
                                      <p:cBhvr>
                                        <p:cTn id="29" dur="1" fill="hold">
                                          <p:stCondLst>
                                            <p:cond delay="0"/>
                                          </p:stCondLst>
                                        </p:cTn>
                                        <p:tgtEl>
                                          <p:spTgt spid="61"/>
                                        </p:tgtEl>
                                        <p:attrNameLst>
                                          <p:attrName>style.visibility</p:attrName>
                                        </p:attrNameLst>
                                      </p:cBhvr>
                                      <p:to>
                                        <p:strVal val="visible"/>
                                      </p:to>
                                    </p:set>
                                    <p:anim calcmode="lin" valueType="num">
                                      <p:cBhvr>
                                        <p:cTn id="30" dur="1000" fill="hold"/>
                                        <p:tgtEl>
                                          <p:spTgt spid="61"/>
                                        </p:tgtEl>
                                        <p:attrNameLst>
                                          <p:attrName>ppt_w</p:attrName>
                                        </p:attrNameLst>
                                      </p:cBhvr>
                                      <p:tavLst>
                                        <p:tav tm="0">
                                          <p:val>
                                            <p:strVal val="#ppt_w*0.70"/>
                                          </p:val>
                                        </p:tav>
                                        <p:tav tm="100000">
                                          <p:val>
                                            <p:strVal val="#ppt_w"/>
                                          </p:val>
                                        </p:tav>
                                      </p:tavLst>
                                    </p:anim>
                                    <p:anim calcmode="lin" valueType="num">
                                      <p:cBhvr>
                                        <p:cTn id="31" dur="1000" fill="hold"/>
                                        <p:tgtEl>
                                          <p:spTgt spid="61"/>
                                        </p:tgtEl>
                                        <p:attrNameLst>
                                          <p:attrName>ppt_h</p:attrName>
                                        </p:attrNameLst>
                                      </p:cBhvr>
                                      <p:tavLst>
                                        <p:tav tm="0">
                                          <p:val>
                                            <p:strVal val="#ppt_h"/>
                                          </p:val>
                                        </p:tav>
                                        <p:tav tm="100000">
                                          <p:val>
                                            <p:strVal val="#ppt_h"/>
                                          </p:val>
                                        </p:tav>
                                      </p:tavLst>
                                    </p:anim>
                                    <p:animEffect transition="in" filter="fade">
                                      <p:cBhvr>
                                        <p:cTn id="32" dur="1000"/>
                                        <p:tgtEl>
                                          <p:spTgt spid="61"/>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randombar(horizontal)">
                                      <p:cBhvr>
                                        <p:cTn id="35" dur="500"/>
                                        <p:tgtEl>
                                          <p:spTgt spid="43"/>
                                        </p:tgtEl>
                                      </p:cBhvr>
                                    </p:animEffect>
                                  </p:childTnLst>
                                </p:cTn>
                              </p:par>
                            </p:childTnLst>
                          </p:cTn>
                        </p:par>
                        <p:par>
                          <p:cTn id="36" fill="hold">
                            <p:stCondLst>
                              <p:cond delay="3900"/>
                            </p:stCondLst>
                            <p:childTnLst>
                              <p:par>
                                <p:cTn id="37" presetID="23" presetClass="entr" presetSubtype="32"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500" fill="hold"/>
                                        <p:tgtEl>
                                          <p:spTgt spid="34"/>
                                        </p:tgtEl>
                                        <p:attrNameLst>
                                          <p:attrName>ppt_w</p:attrName>
                                        </p:attrNameLst>
                                      </p:cBhvr>
                                      <p:tavLst>
                                        <p:tav tm="0">
                                          <p:val>
                                            <p:strVal val="4*#ppt_w"/>
                                          </p:val>
                                        </p:tav>
                                        <p:tav tm="100000">
                                          <p:val>
                                            <p:strVal val="#ppt_w"/>
                                          </p:val>
                                        </p:tav>
                                      </p:tavLst>
                                    </p:anim>
                                    <p:anim calcmode="lin" valueType="num">
                                      <p:cBhvr>
                                        <p:cTn id="40" dur="500" fill="hold"/>
                                        <p:tgtEl>
                                          <p:spTgt spid="34"/>
                                        </p:tgtEl>
                                        <p:attrNameLst>
                                          <p:attrName>ppt_h</p:attrName>
                                        </p:attrNameLst>
                                      </p:cBhvr>
                                      <p:tavLst>
                                        <p:tav tm="0">
                                          <p:val>
                                            <p:strVal val="4*#ppt_h"/>
                                          </p:val>
                                        </p:tav>
                                        <p:tav tm="100000">
                                          <p:val>
                                            <p:strVal val="#ppt_h"/>
                                          </p:val>
                                        </p:tav>
                                      </p:tavLst>
                                    </p:anim>
                                  </p:childTnLst>
                                </p:cTn>
                              </p:par>
                            </p:childTnLst>
                          </p:cTn>
                        </p:par>
                        <p:par>
                          <p:cTn id="41" fill="hold">
                            <p:stCondLst>
                              <p:cond delay="4400"/>
                            </p:stCondLst>
                            <p:childTnLst>
                              <p:par>
                                <p:cTn id="42" presetID="26" presetClass="emph" presetSubtype="0" repeatCount="2000" fill="hold" grpId="1" nodeType="afterEffect">
                                  <p:stCondLst>
                                    <p:cond delay="0"/>
                                  </p:stCondLst>
                                  <p:childTnLst>
                                    <p:animEffect transition="out" filter="fade">
                                      <p:cBhvr>
                                        <p:cTn id="43" dur="200" tmFilter="0, 0; .2, .5; .8, .5; 1, 0"/>
                                        <p:tgtEl>
                                          <p:spTgt spid="34"/>
                                        </p:tgtEl>
                                      </p:cBhvr>
                                    </p:animEffect>
                                    <p:animScale>
                                      <p:cBhvr>
                                        <p:cTn id="44" dur="100" autoRev="1" fill="hold"/>
                                        <p:tgtEl>
                                          <p:spTgt spid="34"/>
                                        </p:tgtEl>
                                      </p:cBhvr>
                                      <p:by x="105000" y="105000"/>
                                    </p:animScale>
                                  </p:childTnLst>
                                </p:cTn>
                              </p:par>
                            </p:childTnLst>
                          </p:cTn>
                        </p:par>
                        <p:par>
                          <p:cTn id="45" fill="hold">
                            <p:stCondLst>
                              <p:cond delay="4800"/>
                            </p:stCondLst>
                            <p:childTnLst>
                              <p:par>
                                <p:cTn id="46" presetID="22" presetClass="entr" presetSubtype="1" fill="hold"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up)">
                                      <p:cBhvr>
                                        <p:cTn id="48" dur="500"/>
                                        <p:tgtEl>
                                          <p:spTgt spid="28"/>
                                        </p:tgtEl>
                                      </p:cBhvr>
                                    </p:animEffect>
                                  </p:childTnLst>
                                </p:cTn>
                              </p:par>
                            </p:childTnLst>
                          </p:cTn>
                        </p:par>
                        <p:par>
                          <p:cTn id="49" fill="hold">
                            <p:stCondLst>
                              <p:cond delay="5300"/>
                            </p:stCondLst>
                            <p:childTnLst>
                              <p:par>
                                <p:cTn id="50" presetID="53" presetClass="entr" presetSubtype="16"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childTnLst>
                          </p:cTn>
                        </p:par>
                        <p:par>
                          <p:cTn id="55" fill="hold">
                            <p:stCondLst>
                              <p:cond delay="5800"/>
                            </p:stCondLst>
                            <p:childTnLst>
                              <p:par>
                                <p:cTn id="56" presetID="55" presetClass="entr" presetSubtype="0" fill="hold" nodeType="afterEffect">
                                  <p:stCondLst>
                                    <p:cond delay="0"/>
                                  </p:stCondLst>
                                  <p:childTnLst>
                                    <p:set>
                                      <p:cBhvr>
                                        <p:cTn id="57" dur="1" fill="hold">
                                          <p:stCondLst>
                                            <p:cond delay="0"/>
                                          </p:stCondLst>
                                        </p:cTn>
                                        <p:tgtEl>
                                          <p:spTgt spid="58"/>
                                        </p:tgtEl>
                                        <p:attrNameLst>
                                          <p:attrName>style.visibility</p:attrName>
                                        </p:attrNameLst>
                                      </p:cBhvr>
                                      <p:to>
                                        <p:strVal val="visible"/>
                                      </p:to>
                                    </p:set>
                                    <p:anim calcmode="lin" valueType="num">
                                      <p:cBhvr>
                                        <p:cTn id="58" dur="1000" fill="hold"/>
                                        <p:tgtEl>
                                          <p:spTgt spid="58"/>
                                        </p:tgtEl>
                                        <p:attrNameLst>
                                          <p:attrName>ppt_w</p:attrName>
                                        </p:attrNameLst>
                                      </p:cBhvr>
                                      <p:tavLst>
                                        <p:tav tm="0">
                                          <p:val>
                                            <p:strVal val="#ppt_w*0.70"/>
                                          </p:val>
                                        </p:tav>
                                        <p:tav tm="100000">
                                          <p:val>
                                            <p:strVal val="#ppt_w"/>
                                          </p:val>
                                        </p:tav>
                                      </p:tavLst>
                                    </p:anim>
                                    <p:anim calcmode="lin" valueType="num">
                                      <p:cBhvr>
                                        <p:cTn id="59" dur="1000" fill="hold"/>
                                        <p:tgtEl>
                                          <p:spTgt spid="58"/>
                                        </p:tgtEl>
                                        <p:attrNameLst>
                                          <p:attrName>ppt_h</p:attrName>
                                        </p:attrNameLst>
                                      </p:cBhvr>
                                      <p:tavLst>
                                        <p:tav tm="0">
                                          <p:val>
                                            <p:strVal val="#ppt_h"/>
                                          </p:val>
                                        </p:tav>
                                        <p:tav tm="100000">
                                          <p:val>
                                            <p:strVal val="#ppt_h"/>
                                          </p:val>
                                        </p:tav>
                                      </p:tavLst>
                                    </p:anim>
                                    <p:animEffect transition="in" filter="fade">
                                      <p:cBhvr>
                                        <p:cTn id="60" dur="1000"/>
                                        <p:tgtEl>
                                          <p:spTgt spid="58"/>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randombar(horizontal)">
                                      <p:cBhvr>
                                        <p:cTn id="63" dur="500"/>
                                        <p:tgtEl>
                                          <p:spTgt spid="53"/>
                                        </p:tgtEl>
                                      </p:cBhvr>
                                    </p:animEffect>
                                  </p:childTnLst>
                                </p:cTn>
                              </p:par>
                            </p:childTnLst>
                          </p:cTn>
                        </p:par>
                        <p:par>
                          <p:cTn id="64" fill="hold">
                            <p:stCondLst>
                              <p:cond delay="6800"/>
                            </p:stCondLst>
                            <p:childTnLst>
                              <p:par>
                                <p:cTn id="65" presetID="23" presetClass="entr" presetSubtype="32" fill="hold" grpId="0" nodeType="afterEffect">
                                  <p:stCondLst>
                                    <p:cond delay="0"/>
                                  </p:stCondLst>
                                  <p:childTnLst>
                                    <p:set>
                                      <p:cBhvr>
                                        <p:cTn id="66" dur="1" fill="hold">
                                          <p:stCondLst>
                                            <p:cond delay="0"/>
                                          </p:stCondLst>
                                        </p:cTn>
                                        <p:tgtEl>
                                          <p:spTgt spid="42"/>
                                        </p:tgtEl>
                                        <p:attrNameLst>
                                          <p:attrName>style.visibility</p:attrName>
                                        </p:attrNameLst>
                                      </p:cBhvr>
                                      <p:to>
                                        <p:strVal val="visible"/>
                                      </p:to>
                                    </p:set>
                                    <p:anim calcmode="lin" valueType="num">
                                      <p:cBhvr>
                                        <p:cTn id="67" dur="500" fill="hold"/>
                                        <p:tgtEl>
                                          <p:spTgt spid="42"/>
                                        </p:tgtEl>
                                        <p:attrNameLst>
                                          <p:attrName>ppt_w</p:attrName>
                                        </p:attrNameLst>
                                      </p:cBhvr>
                                      <p:tavLst>
                                        <p:tav tm="0">
                                          <p:val>
                                            <p:strVal val="4*#ppt_w"/>
                                          </p:val>
                                        </p:tav>
                                        <p:tav tm="100000">
                                          <p:val>
                                            <p:strVal val="#ppt_w"/>
                                          </p:val>
                                        </p:tav>
                                      </p:tavLst>
                                    </p:anim>
                                    <p:anim calcmode="lin" valueType="num">
                                      <p:cBhvr>
                                        <p:cTn id="68" dur="500" fill="hold"/>
                                        <p:tgtEl>
                                          <p:spTgt spid="42"/>
                                        </p:tgtEl>
                                        <p:attrNameLst>
                                          <p:attrName>ppt_h</p:attrName>
                                        </p:attrNameLst>
                                      </p:cBhvr>
                                      <p:tavLst>
                                        <p:tav tm="0">
                                          <p:val>
                                            <p:strVal val="4*#ppt_h"/>
                                          </p:val>
                                        </p:tav>
                                        <p:tav tm="100000">
                                          <p:val>
                                            <p:strVal val="#ppt_h"/>
                                          </p:val>
                                        </p:tav>
                                      </p:tavLst>
                                    </p:anim>
                                  </p:childTnLst>
                                </p:cTn>
                              </p:par>
                            </p:childTnLst>
                          </p:cTn>
                        </p:par>
                        <p:par>
                          <p:cTn id="69" fill="hold">
                            <p:stCondLst>
                              <p:cond delay="7300"/>
                            </p:stCondLst>
                            <p:childTnLst>
                              <p:par>
                                <p:cTn id="70" presetID="26" presetClass="emph" presetSubtype="0" repeatCount="2000" fill="hold" grpId="1" nodeType="afterEffect">
                                  <p:stCondLst>
                                    <p:cond delay="0"/>
                                  </p:stCondLst>
                                  <p:childTnLst>
                                    <p:animEffect transition="out" filter="fade">
                                      <p:cBhvr>
                                        <p:cTn id="71" dur="200" tmFilter="0, 0; .2, .5; .8, .5; 1, 0"/>
                                        <p:tgtEl>
                                          <p:spTgt spid="42"/>
                                        </p:tgtEl>
                                      </p:cBhvr>
                                    </p:animEffect>
                                    <p:animScale>
                                      <p:cBhvr>
                                        <p:cTn id="72" dur="100" autoRev="1" fill="hold"/>
                                        <p:tgtEl>
                                          <p:spTgt spid="42"/>
                                        </p:tgtEl>
                                      </p:cBhvr>
                                      <p:by x="105000" y="105000"/>
                                    </p:animScale>
                                  </p:childTnLst>
                                </p:cTn>
                              </p:par>
                            </p:childTnLst>
                          </p:cTn>
                        </p:par>
                        <p:par>
                          <p:cTn id="73" fill="hold">
                            <p:stCondLst>
                              <p:cond delay="7700"/>
                            </p:stCondLst>
                            <p:childTnLst>
                              <p:par>
                                <p:cTn id="74" presetID="22" presetClass="entr" presetSubtype="4" fill="hold" nodeType="after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wipe(down)">
                                      <p:cBhvr>
                                        <p:cTn id="76" dur="500"/>
                                        <p:tgtEl>
                                          <p:spTgt spid="40"/>
                                        </p:tgtEl>
                                      </p:cBhvr>
                                    </p:animEffect>
                                  </p:childTnLst>
                                </p:cTn>
                              </p:par>
                            </p:childTnLst>
                          </p:cTn>
                        </p:par>
                        <p:par>
                          <p:cTn id="77" fill="hold">
                            <p:stCondLst>
                              <p:cond delay="8200"/>
                            </p:stCondLst>
                            <p:childTnLst>
                              <p:par>
                                <p:cTn id="78" presetID="53" presetClass="entr" presetSubtype="16" fill="hold" grpId="0" nodeType="afterEffect">
                                  <p:stCondLst>
                                    <p:cond delay="0"/>
                                  </p:stCondLst>
                                  <p:childTnLst>
                                    <p:set>
                                      <p:cBhvr>
                                        <p:cTn id="79" dur="1" fill="hold">
                                          <p:stCondLst>
                                            <p:cond delay="0"/>
                                          </p:stCondLst>
                                        </p:cTn>
                                        <p:tgtEl>
                                          <p:spTgt spid="41"/>
                                        </p:tgtEl>
                                        <p:attrNameLst>
                                          <p:attrName>style.visibility</p:attrName>
                                        </p:attrNameLst>
                                      </p:cBhvr>
                                      <p:to>
                                        <p:strVal val="visible"/>
                                      </p:to>
                                    </p:set>
                                    <p:anim calcmode="lin" valueType="num">
                                      <p:cBhvr>
                                        <p:cTn id="80" dur="500" fill="hold"/>
                                        <p:tgtEl>
                                          <p:spTgt spid="41"/>
                                        </p:tgtEl>
                                        <p:attrNameLst>
                                          <p:attrName>ppt_w</p:attrName>
                                        </p:attrNameLst>
                                      </p:cBhvr>
                                      <p:tavLst>
                                        <p:tav tm="0">
                                          <p:val>
                                            <p:fltVal val="0"/>
                                          </p:val>
                                        </p:tav>
                                        <p:tav tm="100000">
                                          <p:val>
                                            <p:strVal val="#ppt_w"/>
                                          </p:val>
                                        </p:tav>
                                      </p:tavLst>
                                    </p:anim>
                                    <p:anim calcmode="lin" valueType="num">
                                      <p:cBhvr>
                                        <p:cTn id="81" dur="500" fill="hold"/>
                                        <p:tgtEl>
                                          <p:spTgt spid="41"/>
                                        </p:tgtEl>
                                        <p:attrNameLst>
                                          <p:attrName>ppt_h</p:attrName>
                                        </p:attrNameLst>
                                      </p:cBhvr>
                                      <p:tavLst>
                                        <p:tav tm="0">
                                          <p:val>
                                            <p:fltVal val="0"/>
                                          </p:val>
                                        </p:tav>
                                        <p:tav tm="100000">
                                          <p:val>
                                            <p:strVal val="#ppt_h"/>
                                          </p:val>
                                        </p:tav>
                                      </p:tavLst>
                                    </p:anim>
                                    <p:animEffect transition="in" filter="fade">
                                      <p:cBhvr>
                                        <p:cTn id="82" dur="500"/>
                                        <p:tgtEl>
                                          <p:spTgt spid="41"/>
                                        </p:tgtEl>
                                      </p:cBhvr>
                                    </p:animEffect>
                                  </p:childTnLst>
                                </p:cTn>
                              </p:par>
                            </p:childTnLst>
                          </p:cTn>
                        </p:par>
                        <p:par>
                          <p:cTn id="83" fill="hold">
                            <p:stCondLst>
                              <p:cond delay="8700"/>
                            </p:stCondLst>
                            <p:childTnLst>
                              <p:par>
                                <p:cTn id="84" presetID="55" presetClass="entr" presetSubtype="0" fill="hold" nodeType="afterEffect">
                                  <p:stCondLst>
                                    <p:cond delay="0"/>
                                  </p:stCondLst>
                                  <p:childTnLst>
                                    <p:set>
                                      <p:cBhvr>
                                        <p:cTn id="85" dur="1" fill="hold">
                                          <p:stCondLst>
                                            <p:cond delay="0"/>
                                          </p:stCondLst>
                                        </p:cTn>
                                        <p:tgtEl>
                                          <p:spTgt spid="55"/>
                                        </p:tgtEl>
                                        <p:attrNameLst>
                                          <p:attrName>style.visibility</p:attrName>
                                        </p:attrNameLst>
                                      </p:cBhvr>
                                      <p:to>
                                        <p:strVal val="visible"/>
                                      </p:to>
                                    </p:set>
                                    <p:anim calcmode="lin" valueType="num">
                                      <p:cBhvr>
                                        <p:cTn id="86" dur="1000" fill="hold"/>
                                        <p:tgtEl>
                                          <p:spTgt spid="55"/>
                                        </p:tgtEl>
                                        <p:attrNameLst>
                                          <p:attrName>ppt_w</p:attrName>
                                        </p:attrNameLst>
                                      </p:cBhvr>
                                      <p:tavLst>
                                        <p:tav tm="0">
                                          <p:val>
                                            <p:strVal val="#ppt_w*0.70"/>
                                          </p:val>
                                        </p:tav>
                                        <p:tav tm="100000">
                                          <p:val>
                                            <p:strVal val="#ppt_w"/>
                                          </p:val>
                                        </p:tav>
                                      </p:tavLst>
                                    </p:anim>
                                    <p:anim calcmode="lin" valueType="num">
                                      <p:cBhvr>
                                        <p:cTn id="87" dur="1000" fill="hold"/>
                                        <p:tgtEl>
                                          <p:spTgt spid="55"/>
                                        </p:tgtEl>
                                        <p:attrNameLst>
                                          <p:attrName>ppt_h</p:attrName>
                                        </p:attrNameLst>
                                      </p:cBhvr>
                                      <p:tavLst>
                                        <p:tav tm="0">
                                          <p:val>
                                            <p:strVal val="#ppt_h"/>
                                          </p:val>
                                        </p:tav>
                                        <p:tav tm="100000">
                                          <p:val>
                                            <p:strVal val="#ppt_h"/>
                                          </p:val>
                                        </p:tav>
                                      </p:tavLst>
                                    </p:anim>
                                    <p:animEffect transition="in" filter="fade">
                                      <p:cBhvr>
                                        <p:cTn id="88" dur="1000"/>
                                        <p:tgtEl>
                                          <p:spTgt spid="55"/>
                                        </p:tgtEl>
                                      </p:cBhvr>
                                    </p:animEffect>
                                  </p:childTnLst>
                                </p:cTn>
                              </p:par>
                              <p:par>
                                <p:cTn id="89" presetID="14" presetClass="entr" presetSubtype="1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randombar(horizontal)">
                                      <p:cBhvr>
                                        <p:cTn id="91" dur="500"/>
                                        <p:tgtEl>
                                          <p:spTgt spid="44"/>
                                        </p:tgtEl>
                                      </p:cBhvr>
                                    </p:animEffect>
                                  </p:childTnLst>
                                </p:cTn>
                              </p:par>
                            </p:childTnLst>
                          </p:cTn>
                        </p:par>
                        <p:par>
                          <p:cTn id="92" fill="hold">
                            <p:stCondLst>
                              <p:cond delay="9700"/>
                            </p:stCondLst>
                            <p:childTnLst>
                              <p:par>
                                <p:cTn id="93" presetID="23" presetClass="entr" presetSubtype="32" fill="hold" grpId="0" nodeType="afterEffect">
                                  <p:stCondLst>
                                    <p:cond delay="0"/>
                                  </p:stCondLst>
                                  <p:childTnLst>
                                    <p:set>
                                      <p:cBhvr>
                                        <p:cTn id="94" dur="1" fill="hold">
                                          <p:stCondLst>
                                            <p:cond delay="0"/>
                                          </p:stCondLst>
                                        </p:cTn>
                                        <p:tgtEl>
                                          <p:spTgt spid="39"/>
                                        </p:tgtEl>
                                        <p:attrNameLst>
                                          <p:attrName>style.visibility</p:attrName>
                                        </p:attrNameLst>
                                      </p:cBhvr>
                                      <p:to>
                                        <p:strVal val="visible"/>
                                      </p:to>
                                    </p:set>
                                    <p:anim calcmode="lin" valueType="num">
                                      <p:cBhvr>
                                        <p:cTn id="95" dur="500" fill="hold"/>
                                        <p:tgtEl>
                                          <p:spTgt spid="39"/>
                                        </p:tgtEl>
                                        <p:attrNameLst>
                                          <p:attrName>ppt_w</p:attrName>
                                        </p:attrNameLst>
                                      </p:cBhvr>
                                      <p:tavLst>
                                        <p:tav tm="0">
                                          <p:val>
                                            <p:strVal val="4*#ppt_w"/>
                                          </p:val>
                                        </p:tav>
                                        <p:tav tm="100000">
                                          <p:val>
                                            <p:strVal val="#ppt_w"/>
                                          </p:val>
                                        </p:tav>
                                      </p:tavLst>
                                    </p:anim>
                                    <p:anim calcmode="lin" valueType="num">
                                      <p:cBhvr>
                                        <p:cTn id="96" dur="500" fill="hold"/>
                                        <p:tgtEl>
                                          <p:spTgt spid="39"/>
                                        </p:tgtEl>
                                        <p:attrNameLst>
                                          <p:attrName>ppt_h</p:attrName>
                                        </p:attrNameLst>
                                      </p:cBhvr>
                                      <p:tavLst>
                                        <p:tav tm="0">
                                          <p:val>
                                            <p:strVal val="4*#ppt_h"/>
                                          </p:val>
                                        </p:tav>
                                        <p:tav tm="100000">
                                          <p:val>
                                            <p:strVal val="#ppt_h"/>
                                          </p:val>
                                        </p:tav>
                                      </p:tavLst>
                                    </p:anim>
                                  </p:childTnLst>
                                </p:cTn>
                              </p:par>
                            </p:childTnLst>
                          </p:cTn>
                        </p:par>
                        <p:par>
                          <p:cTn id="97" fill="hold">
                            <p:stCondLst>
                              <p:cond delay="10200"/>
                            </p:stCondLst>
                            <p:childTnLst>
                              <p:par>
                                <p:cTn id="98" presetID="26" presetClass="emph" presetSubtype="0" repeatCount="2000" fill="hold" grpId="1" nodeType="afterEffect">
                                  <p:stCondLst>
                                    <p:cond delay="0"/>
                                  </p:stCondLst>
                                  <p:childTnLst>
                                    <p:animEffect transition="out" filter="fade">
                                      <p:cBhvr>
                                        <p:cTn id="99" dur="200" tmFilter="0, 0; .2, .5; .8, .5; 1, 0"/>
                                        <p:tgtEl>
                                          <p:spTgt spid="39"/>
                                        </p:tgtEl>
                                      </p:cBhvr>
                                    </p:animEffect>
                                    <p:animScale>
                                      <p:cBhvr>
                                        <p:cTn id="100" dur="100" autoRev="1" fill="hold"/>
                                        <p:tgtEl>
                                          <p:spTgt spid="39"/>
                                        </p:tgtEl>
                                      </p:cBhvr>
                                      <p:by x="105000" y="105000"/>
                                    </p:animScale>
                                  </p:childTnLst>
                                </p:cTn>
                              </p:par>
                            </p:childTnLst>
                          </p:cTn>
                        </p:par>
                        <p:par>
                          <p:cTn id="101" fill="hold">
                            <p:stCondLst>
                              <p:cond delay="10600"/>
                            </p:stCondLst>
                            <p:childTnLst>
                              <p:par>
                                <p:cTn id="102" presetID="22" presetClass="entr" presetSubtype="1" fill="hold" nodeType="after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up)">
                                      <p:cBhvr>
                                        <p:cTn id="104" dur="500"/>
                                        <p:tgtEl>
                                          <p:spTgt spid="35"/>
                                        </p:tgtEl>
                                      </p:cBhvr>
                                    </p:animEffect>
                                  </p:childTnLst>
                                </p:cTn>
                              </p:par>
                            </p:childTnLst>
                          </p:cTn>
                        </p:par>
                        <p:par>
                          <p:cTn id="105" fill="hold">
                            <p:stCondLst>
                              <p:cond delay="11100"/>
                            </p:stCondLst>
                            <p:childTnLst>
                              <p:par>
                                <p:cTn id="106" presetID="53" presetClass="entr" presetSubtype="16"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p:cTn id="108" dur="500" fill="hold"/>
                                        <p:tgtEl>
                                          <p:spTgt spid="37"/>
                                        </p:tgtEl>
                                        <p:attrNameLst>
                                          <p:attrName>ppt_w</p:attrName>
                                        </p:attrNameLst>
                                      </p:cBhvr>
                                      <p:tavLst>
                                        <p:tav tm="0">
                                          <p:val>
                                            <p:fltVal val="0"/>
                                          </p:val>
                                        </p:tav>
                                        <p:tav tm="100000">
                                          <p:val>
                                            <p:strVal val="#ppt_w"/>
                                          </p:val>
                                        </p:tav>
                                      </p:tavLst>
                                    </p:anim>
                                    <p:anim calcmode="lin" valueType="num">
                                      <p:cBhvr>
                                        <p:cTn id="109" dur="500" fill="hold"/>
                                        <p:tgtEl>
                                          <p:spTgt spid="37"/>
                                        </p:tgtEl>
                                        <p:attrNameLst>
                                          <p:attrName>ppt_h</p:attrName>
                                        </p:attrNameLst>
                                      </p:cBhvr>
                                      <p:tavLst>
                                        <p:tav tm="0">
                                          <p:val>
                                            <p:fltVal val="0"/>
                                          </p:val>
                                        </p:tav>
                                        <p:tav tm="100000">
                                          <p:val>
                                            <p:strVal val="#ppt_h"/>
                                          </p:val>
                                        </p:tav>
                                      </p:tavLst>
                                    </p:anim>
                                    <p:animEffect transition="in" filter="fade">
                                      <p:cBhvr>
                                        <p:cTn id="110" dur="500"/>
                                        <p:tgtEl>
                                          <p:spTgt spid="37"/>
                                        </p:tgtEl>
                                      </p:cBhvr>
                                    </p:animEffect>
                                  </p:childTnLst>
                                </p:cTn>
                              </p:par>
                            </p:childTnLst>
                          </p:cTn>
                        </p:par>
                        <p:par>
                          <p:cTn id="111" fill="hold">
                            <p:stCondLst>
                              <p:cond delay="11600"/>
                            </p:stCondLst>
                            <p:childTnLst>
                              <p:par>
                                <p:cTn id="112" presetID="55" presetClass="entr" presetSubtype="0" fill="hold" nodeType="after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p:cTn id="114" dur="1000" fill="hold"/>
                                        <p:tgtEl>
                                          <p:spTgt spid="64"/>
                                        </p:tgtEl>
                                        <p:attrNameLst>
                                          <p:attrName>ppt_w</p:attrName>
                                        </p:attrNameLst>
                                      </p:cBhvr>
                                      <p:tavLst>
                                        <p:tav tm="0">
                                          <p:val>
                                            <p:strVal val="#ppt_w*0.70"/>
                                          </p:val>
                                        </p:tav>
                                        <p:tav tm="100000">
                                          <p:val>
                                            <p:strVal val="#ppt_w"/>
                                          </p:val>
                                        </p:tav>
                                      </p:tavLst>
                                    </p:anim>
                                    <p:anim calcmode="lin" valueType="num">
                                      <p:cBhvr>
                                        <p:cTn id="115" dur="1000" fill="hold"/>
                                        <p:tgtEl>
                                          <p:spTgt spid="64"/>
                                        </p:tgtEl>
                                        <p:attrNameLst>
                                          <p:attrName>ppt_h</p:attrName>
                                        </p:attrNameLst>
                                      </p:cBhvr>
                                      <p:tavLst>
                                        <p:tav tm="0">
                                          <p:val>
                                            <p:strVal val="#ppt_h"/>
                                          </p:val>
                                        </p:tav>
                                        <p:tav tm="100000">
                                          <p:val>
                                            <p:strVal val="#ppt_h"/>
                                          </p:val>
                                        </p:tav>
                                      </p:tavLst>
                                    </p:anim>
                                    <p:animEffect transition="in" filter="fade">
                                      <p:cBhvr>
                                        <p:cTn id="116" dur="1000"/>
                                        <p:tgtEl>
                                          <p:spTgt spid="64"/>
                                        </p:tgtEl>
                                      </p:cBhvr>
                                    </p:animEffect>
                                  </p:childTnLst>
                                </p:cTn>
                              </p:par>
                              <p:par>
                                <p:cTn id="117" presetID="14" presetClass="entr" presetSubtype="10" fill="hold" grpId="0" nodeType="with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randombar(horizontal)">
                                      <p:cBhvr>
                                        <p:cTn id="11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9" grpId="0" animBg="1"/>
      <p:bldP spid="34" grpId="0" animBg="1"/>
      <p:bldP spid="34" grpId="1" animBg="1"/>
      <p:bldP spid="37" grpId="0" animBg="1"/>
      <p:bldP spid="39" grpId="0" animBg="1"/>
      <p:bldP spid="39" grpId="1" animBg="1"/>
      <p:bldP spid="41" grpId="0" animBg="1"/>
      <p:bldP spid="42" grpId="0" animBg="1"/>
      <p:bldP spid="42" grpId="1" animBg="1"/>
      <p:bldP spid="43" grpId="0"/>
      <p:bldP spid="44" grpId="0"/>
      <p:bldP spid="53" grpId="0"/>
      <p:bldP spid="5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03546B-9EEC-4495-8086-6640805AE27D"/>
  <p:tag name="ISPRING_SCORM_RATE_SLIDES" val="1"/>
  <p:tag name="ISPRINGONLINEFOLDERID" val="0"/>
  <p:tag name="ISPRINGONLINEFOLDERPATH" val="Content List"/>
  <p:tag name="ISPRINGCLOUDFOLDERID" val="0"/>
  <p:tag name="ISPRINGCLOUDFOLDERPATH" val="Repository"/>
  <p:tag name="ISPRING_PRESENTATION_TITLE" val="转正述职PPT模板"/>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DCu6ZKDmokTmIEAAAFEQAAHQAAAHVuaXZlcnNhbC9jb21tb25fbWVzc2FnZXMubG5nrVhtb9s2EP5eoP+BEFBgA7a0HdCiGBIHtMTYRGTJleg42TAIjMTYRCgx1Yvb7NN+zX7YfsmOlJ3EfYGkJIBtmJTvuePdPXdHHx5/yRXaiLKSujhy3h68cZAoUp3JYnXkLNjJrx8cVNW8yLjShThyCu2g49HLF4eKF6uGrwR8f/kCocNcVBUsq5FZ3a+RzI6c+Thxw9kcBxeJH07CZEwnzsjV+Q0vbpGvV/qn395/+PL23fufD19v5frAxDPs+/tAyCK9e9MDKGBR6CeARvwkIOfMGZnPYXLhgvk0IM5o+2WY9DwiZ87IfHbKLaKIBCyJfeqRhMZJEDLrC58w4jmjC92gNd8IVGu0keIzqtcC4ljLUqBKycw+SDVsFI3oUuaFM0yDJCIxi6jLaBg4o1iX5e0vFpY39VqXoK5Cmaz4pRKZ1QkZY5/flKIC1byGjELwqtcSfqlzLouDTtURXtJgkrAw9OOEBN5uxxmRIkNeyY2agSgRjkkEACWvRPkI2cRmmRVHWKlhCFM6mfrwZsaEqVytFbzroXbMCcRgLoouKcgREkF2xfEyjDzjNFCFOLrhVfVZl9lefjwMVBcwDdwQUtBlD8CZwdgBQ4wl1I2yFGndBTYjcYwnJBmH55DIwLtwiER4CnQ7HSJxQWKgCIm7ZAJ8RifYJLyh2C7/d/xKuUlndYt4moKccd9G6qaCHeNSYIFlWnUwTE1MPi4gbBT7P6BxiwretauV3Aiwo8xE2akIKotLPJNFHxf0j+QEU594CaSVFy4TZkue0ZjzW1ToGvFsw4tUoEuR8gZy/RaeZTKzz0ycrf5Pjfwb8XpbVV5tC1LgkfNXQ+3Zq2HfMaupwKa6FvlN3aXaOGxr/mOsMDn9QxP6HP1x+mOXBDii4fNEppJ5o9qq++T43Fk2NEadRjzRU/2j9dyWxG1tHVMoWGOp+0sQ6Kamf0ADVP2laHACiuZtiYYaTourATqDcAsQaPRYjDNw1Z4JZ+DCAfJLMo4pg9loKS4rWXeOHZaNbYC+H9oU5jwlanFPxktxpWHCUYJv2ukDupCNdGdAHww3e62CUeaDyQEArtrkAUglc7A/64G5mJGdB9oCv3eSpW5UZsmr5LUt8uDbJhffjk1Xpc7truLVLnnbJnP8FCvaw0Wt0vmA9n/Hv97xeUC/x0cpJjhyp4mLA5eYQd9wVfUUAgoYV/gsTnw8NuLAhZzX6Rqa6ZVuiqwnUDure+QEA9j2zLHgZbr+759/e2J8ZUm7i7a7vw8CAWKbKkjuwP4MdC2qv7pAGB7vy9lFH6nt3WYn1/Oqwyhk4bPcIXjbWnKdw9ZBt15I8m3QMGPYnc6AB7FNe92UMLoNQZjh6BRqmZ3CndGMl9dQCJnWahCKdbVJwHqY9vvrZVMrWYghsk9rJebAjM4T7Hn2rg3kUzK9bntmBjeKdHvpVnDp7gvmTnEAdfYrPJHJeiCgbU27KgREb9f3NN9826nuVpX9w+Lw9YP/L/4HUEsDBBQAAgAIAMK7pkoIfgsjKQMAAIYMAAAnAAAAdW5pdmVyc2FsL2ZsYXNoX3B1Ymxpc2hpbmdfc2V0dGluZ3MueG1s1VfdbtowFL7nKSxPvSxpO7p2KKGqCmjVWkCFbe1VZWJDrDp2FttQerWn2YPtSXYcAwW169IfpE0IEZ+f7/yfmPDoNhVownLNlYzwbnUHIyZjRbkcR/jLoL19iJE2RFIilGQRlgqjo0YlzOxQcJ30mTEgqhHASF3PTIQTY7J6EEyn0yrXWe64SlgD+LoaqzTIcqaZNCwPMkFm8GNmGdN4jlACAL6pknO1RqWCUOiRzhW1giFOwXPJXVBEtAXRCQ682JDEN+NcWUlPlFA5ysfDCL87PHafhYyHavKUSZcT3QCiI5s6oZQ7L4jo8zuGEsbHCbh7UMNoyqlJIrxXcyggHTxEKbB96MShnCjIgTRz+JQZQokh/ujtGXZr9ILgSXQmScrjAXCQiz/CzcH1p6te6+LstPP5etDtng1Oe96JQidYxwmDdUMhOKRsHrOlnZAYQ+IE/AadERGahcEqaSE2UnLNOXdGQyUg94UWtFE6ZLRDUrZSjf4Nl22Q3MVoBIGIWYSPc04ERtwQweOlsrZDbbgpqt5elUSABe3J0Hkf35v32YkTkmu26taCo13O48Y3ZQVFM2WR4DcMGYUgfpvCU8LQanHQKFdpQYX2MUgLDhYnnE0ZPSpyOgf8k6ErMJFa0IRezQQz3sJ3y+/QkI1UDriMTKCzgc61x68+CzgjWt+DkoWPW/2z02br+rTTbF1uuQAJnRAZPxMcCs7SzGwEn8yQVGahB+mIidWsKArltOCVia368jJonlrhy/zWxViB3mBJNmPlOYX5qwelzSZkUgyiG64CGkaQQ0k8JjBiWBdcWlYWMCYSKSlmiMSw1rQb6wlXVgPFD7CH1i/30OsjLovTGFYbWMwpy0tB7uzuva/tfzg4/FivBr9+/Nx+Umm+8HuCOHN+4588ufKXa//hNgwDt6UfX9omt//mzu5dtL6WyWundTkoVdJWvxRct4xU93MZqQv/kumtvGBKuQBLaeyHDNaS4Ck3jL5li72gTV71bvc9tpk22WDMrxmN/yZkf1peE9fuhWHw6MXVcVIueQqJcCtxedtt7Nd24Kb5KKtSAbT1/w6Nym9QSwMEFAACAAgAwrumSmvhO+C8AgAAWgoAACEAAAB1bml2ZXJzYWwvZmxhc2hfc2tpbl9zZXR0aW5ncy54bWyVVm1P2zAQ/r5fUXXfCXstk0wlKJ2ExAYaiO9Ock2sOnZkO2X99/MrsdukzXJCwnfP4zvfGyC5JWz5YTZDBadcPINShFXSaIJuRsrred4pxdlFwZkCpi4YFw2m8+XHn/ZDmUWeY/EdiKmcDS6gd7Ow3xSK9/FtYWSMUPCmxWz/wCt+keNiWwnesfJsaPW+BUEJ22rk5Y/Faj3qgBKp7hU0SUzrKyPTKK0AKcGE9H1t5CyL4hxo8HRpv4mc3tXp1x/QdkQSZWk3n4yM0VpcQZrkqxsj43imb0+rsjBymqDgr9LQL5+NjEIp3oNIL7/7amSUwduu/Z8eaQWvTEJTzukivnMox6UePxPVpZGzBPMg4+hsFXx67FvvIpD/NZ57ZMZVcPpk8nqwEEzRcwpLJTpAWTg5m6z522On9HzAcoOp1IBY1YOedNBPuJPhmlTX4/7AG2FlBPKKHvHKadfAysUbAVN9j1+tbu2qiON710UBCth5ZRRhr+yRv3Vaj5CRskc+U1LCI6P7I/ihxXFCiW+xL+bp7GsrMKyPIV/hFKzG04MZXBm59oqAaXgJS7MO9LLGinD2QhowxUOZNbnIsqPQEMM7UlnGL4PL9/ZNEmUHBt9ww+2FFFEUhrrOhqp3dRy5OaY96WuaNqX709A/0Z1nSm/y6zlWChd1o18r5zPP06OincyzYYZPDoh7tuERx/oeIzVYbEG8cE6numFcgZx6PXcDNgZHWZQDlA0nGflLhrLPuiYHsdZFIxCaJ9U5XE2qmuof9UrgDcpg9GUZsTqqqvV9DJP35owUvgUAi6IODeAOztJ0VBEKOwgLIFLYF489DUndo2PtdqMeYKPiPeE1Bx0ZAaKW9Puib5UYlxoGCK86rmGGs0xoe4VzaZ+WzH9Yxf0YJcs57DTTfLF7p/DNlNys7cc51ErzP+U/UEsDBBQAAgAIAMK7pko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MK7pko7+1NPnQEAACQGAAAfAAAAdW5pdmVyc2FsL2h0bWxfc2tpbl9zZXR0aW5ncy5qc42UTW+DMAyG7/0VKLtOVffZbbdq7aRJPUxab9MOgboUNcRRCKys6n8fTr8IhLXxhbw8eh0b4k0vqBaLWPASbOyz3X+4e6sBaUbncO3qokNPSWdKQwbScJOgnCUpiEQCa5DFweEob0+Ez59J6x2WnyKZQ1bzY0hvFlxkdVx5LLRHyzxa4dF+PNral/jXqWxf1a6iWrfD3BiU/QilqVrVl6hTbhl29WZXvcAGjAXoM+iCR+CYDu3qIk+OD0OKOhdhqrgspxhjP+TRKtaYy3lX/mWpQFcffLUDBs/D14ljJ5LMvBtIm4knTxTdJP1UGezzPk4ovLDgIYia78Cuf1DHuF1Qgy6SLDEHenRDUacVj6HVpacRhYvJyqvVzSFFmzOwNjvi7pbCIQQvQbesxvcUDogqVxd8QKUxpo600HbPj6hAPk9kvE89oPBydFiy7ereqVB7/DFzrhA2rtDSd/vSrslxwbU33pubNdJOfWmFT5Q+ET2JlQ8sjqJzHNMcJLT/Chg3hkfLtJoP1Wys+sD1CvQMUVTn/z4zWpupets/UEsDBBQAAgAIAMK7pko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MK7pkoOFDO8fAAAAH0AAAAcAAAAdW5pdmVyc2FsL2xvY2FsX3NldHRpbmdzLnhtbLOxr8jNUShLLSrOzM+zVTLUM1BSSM1Lzk/JzEu3VQoNcdO1UFIoLknMS0nMyc9LtVXKy1dSsLfjssnJT07MCU4tKQEqLFYoyEmsTC0KSc0FMkpS/RJzgSqf7ZnyfMmuZ9Pan6/Yr6CRnF9Qqamgq+ALNDotMzVFSd+OCwB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wrumSq0N974ZCQAACyUAACkAAAB1bml2ZXJzYWwvc2tpbl9jdXN0b21pemF0aW9uX3NldHRpbmdzLnhtbLVa627juBX+36cgHCywBYr4Il8Ljwpd6EQYR/ZammSmRWEoNhMLkUVXoj2ThX/0X1+g6BMUi/5pH2BRoO9SoLt9jB5Ski0psiPNTM1JMDrkd87huZJyhuGT62vbkNG1+73DXOpbhDHXfwzlXyA0XFCPBtOAhIQJQpaEfGdN3tT+8/cf/vuPHxvNGgqZ4y+dYPmm9uB4IalFkASEXJi43zJG/csF9Rnx2aVPg7Xj1dDO8bbAaiQ+tfrrQLojQQXYg7MgeWE9nY9XURlJA42PQsyCrjeO/zymj/Ty3lk8PQZ06y8PSKnNRyFy9bwhgef6T2U25LkhMxhZFygn9fgogdqA+0Jy1K2L+TgP9Jx74pU2ew6WF1geuXNDl6WQapuPQuTGeSRFlj8jDBwGMoq8hfk4g2HkEzusxiofxas955kEVdWim+2mYhBtAvrIrVwEaw34OA/zqLOEvD9g+hof5zF8c1xcmT1lDKa3+EjWDeupoiLqTj1feCJGd66/pB8N/4HGwKTgaHw2lBsoUgD1e0pf78MTxEoL9dq4hftIxx0N5gaSPpA0mNNbTW1Yz7GI+AZkAUWmmOuwnpl9CTD8kATM8JfkkyxlV6ensju4CsD8sC6Uu20+9onUvd7mA7WbnV4H71uKJEldpHX0pt7Y93qDntJEuNHuNKS92m9JLQk1O53moLtv9lodCZ5Ggy5waeNBF7V77XZL37dwC9BIUVS9pe170qDZVEAa7g+0/Wik9hoN1Gw2pba+73SlkdpAsFoCHorU5waUdEmVuntFVZp9CY20kTpq77GOu1oH9Vu422js26oqNRpH4x53lzbXkVp6O4k5X2FY6ILC2WO0ZYNruNgGASy2yRqinBF074TEFP3up3/++ee//vjTX/7089/+hb5d0M3zL6NIBgxvpAnk0DEz1ENq8OYpF/Aa1sVMJoPSTblkS5UvoviJd1cGKYp7BVy6qcoXPfEpC4tlQUzDOAc60VbLqHnsq/JFY9DT8FlBBY1VvsB9PsrDkkYnX0Q9tRQy1VpBUfGpgDuKfN0iJ5qrfKE0+TgHzXdX+aKv8HEek2uvoGOPj9dBol3IFxIvAa2zy180WPkiKplnUfkOW8Z6RS22jKNf9FjQsMFHKdChyZbxUmw2sX89tzB+zNeS4RqkgHPTxSUmCZZTda5NbqaK+WE+nlxN5qpxVZO1KCsRT8tvW93+p2anC5UrxpXkZN0o43GWFxLMOo1yvEx7NhnPgSEez0383q7J/Hdl6OSdPTZMXJPj/1RmMJ3h25rMf5eBvpvNsGnPrbGh47lhzc2JLewyxjbWa/IHukUrZ0cQo2jnko+IrQiC8uwGBIWeuxQTvGS7/paUkKdPbhTDnM+wZc8MzTYmZk22aBA8/0pwdrZsBcGzckK0dEPn3iNLIRZCRMzz8gLSxd0QwT+2cmElXTuuf1lG+ky5M8yruT2ZjK05NvWEUpOxv0R64HBJ1RnNFAvPgEcAbTn4PPhcRJ/ggBTPq8zk2ri6HsOPzRW5dh9XHvywz9BmisElU+KXAELg4BlEnWXdTWY6tyEIRA7aOGH4kQbLTNCkXVeCt2FqEwhNzU7xtzmbhDc43vUXEDpkwUrwu8GWpVzhuTp5DzEOuTmpCJq8hZR8WxH0AVuQQ9gqATOVW+NK4RnB0zBJkCQHFw6Pd+8ZOYsF4Lg1dy7dhkDhFoY0EdkYXlaWZOHv3oEjDWV8ItsjxmBs8fTo7gioEiyhzZWQBWVIwzqPru/eGb+djxRjjPU5hJs+uZvbokpyoWvnGfmUIWe5c/wFnG/JwtlCJjzD3NJdijnueaHCH7bu98hhcf35Ji5dpo7ff/MZKmUKXoFmcF4GYXBM2bDXpHOzxTv4TEV4rJ/UoowBPlsFS8OmMjMmX8dFobveelGV/hqOOihX1Vmv6vHl9irvtv+DMlZUglUDKprq0kogDJ2Ytxxonl4loGGOQNw0qudQ8PkttRIDcxLzMCn6Aja3YLmMIrdg0Wos7rBqGTYctu7IPb99lACLXI28Vuxvfkf0CFzSD6l6Tx4onJc84uyigwz0LuH+Ml5OHZUyrcU27DEobgLPxyiogKvnrvkdqhzbdzc4MUXUDTL7uaNbbymy23OfREcAO2/X5OU57CGga0H1nDCJ66gp/eYLFYm2OIvkTqsdIA4JWtpXqfz8Io9ZWJlp13NNMTXMbxQ8n73yOMgObpOxbc3Hiso5QJqsHbZYQRd+4Pe88ryiG4GORwrwizdvESdYrP79xx/Ks8npE1FRTP11VT6Q/Lxq4gO/35mUkfD3JfjYipqFioeSwPhClUDL369sAwL0q1xZnKgtremav+IqJRpSIHajYtuKdn0DWWKJpKDbAM6CFZncKLO3UPjEWb8m3zjBExROm1KvKiNheR6brLIOxyvulnmuTyrCv7gT8c3bxnSu6Lq4+0OOeu7iKWq/S7jAxK/5kEcfq/DTrhUTqnOOJVm6rDpP0dySqgUlIXo+FoRdYa87EI4vVDwHajjLvJ/xWUC9KX+z9fJVLizgL+IgjGUW8Ct98pReEa7ox9h3svhydVhPk/JLp6DDlB8WY5ZZWn71jOfOMs03puQX3lIP+oIWbSfFOkvPozRNFW9+0wIOtBeawzUrnkqpfiTm15vkE3uxPkXMr7d4T5nAve6lTvmpNDR5Hac6QZpexnewhviiSsVrkqfsGq7BmL+WDVMbiQnZlWu6JLLojba7JnE6c1pa4foJjYf+4fhywzH3z2LbIf/aITNxDN/6+fgdMpd55HRwi31ACqZNLZ6LMiBeU5QC0dcHeWNEVMSeN+RNDS4izmLFK31YQzGPNzVuzuN3kkW4TVLPeDlLIaM/YzgLXYt6Lsp5JZE+r+LVRNEo2c+DhvUXdhrWz3loGLM97UB/u74nAYYYcKHKxR7KEtPLV8mrsFtxIs3hTsymGbAV8PbhjpRkQoqQCSxxrEqyJXpIz8PZkrke2ZGkVKUIKeOc3/8whOw4H9wKG5MHlg7vmFI5C+Jad4zFbA1M0U+ixI0sLSQ3UzHpmHMfit0XVKuk+Rx1LGhHSZnm4Z6u0JTlvF4vEAVrT1l/WE+3WahRL75lzdMACvxO/r3T/wBQSwMEFAACAAgAwrumSojFTlH+DgAA2BkAABcAAAB1bml2ZXJzYWwvdW5pdmVyc2FsLnBuZ+1ZaVdTV9uOWrW1VdpaQIGQKlocQVFEQIgDQ7UCRkJRhqQ4VImECBiGYIi2j0VESBUrBcQoeYEMGAZDAoEQCw+mFoHG5CRADKkoCAkhIBkIyYHn4PP+gPfb+8UP+zprn3XWfV1r73tf933WzjsWHrpyhdMKGAy28vC3QcdhsMUANL7/eBn0prg4Gw49FqUdDz0I4/S4jEGTj84dCDsAg9VTP7UlLIXmn1z89mQaDOawcWEsOnx8wyQMthZ/OOgAOhOjUxHyTw+D4hREJOKK3ZOWpQTj3YMENOrzmIfXHFZUDH5uf+fF0n6HA8oXx+1tuQ+u31h/47jDjRrKr5xtDoKDm/EKZLfe3D3RiElrvX34nW9/eQkZnrlzl7u7r2/JmzflW895+Wz7RiqaM9Z2Nqe9dUBQbFNDHXbIuHu+aZB8Tjbi8uQfDbeQoEHaee1TRw/FdOXYETQFNCq6loY4Qtpd0FfjV8ZLf2NwJGOSdhjsyQnvS2FdDM4rreQgNCPRKHOWSgbn9aGQT6Gvc1teDXXmd6yGwa50vzxGM+30WwSD9d1kLINd+fUDfIAP8AE+wAf4AB/gA3yA/0/4eyU2xzI81H4NalyfFCbPjJQRHOYtvRSod4Xn4WCwj/8PoHMBCG2WkSHDmDR/OeLyxRSzKgPhK5oFah0iAi1vhmopoHZydgksSZvv2XbCBkXHpD9lIAsFWNuQY5cWwxoOUe49rgRt071YX/1oA/VnwUQjnI4/qvsKsGfTt5LQ+LTqRbA1ljdFEQ7mwWx9nXchGyeQ8ExbGFTN1xoOLhvXEqJsYT+iCyaO0bdm3AHYDRLe/0y0Tve8sjGpyLnMqcc0cNx/mjJdpt6WLDTKKwU1McmCz6Y1hGlH7OWpv2yieVC/PMcRzCKNWbKJtDVgj9ama5h7VyyKKxHhVJFl9yg0M99X3clyr3WKyhz+LZo3YIFf0x7T3waKABc3P/wZZoi4h4ZExiHqsADSeMIlIITa0jEI1N5SSSyFLc0dJC0jkOMzfi/3Knp/1J3L+my18/1AYzUSTGTSootTpGE+29+Kpp46dz1hjY4VJ2CIserL093RydOzbTl2xBjQY6JF3zZsC3XNOpM4MR0R9TL8LXBWRmZ7VLc3b3+crCq7N49TqU0WD3mVv4h+Eb5FE/qWdiiAqSiynhc+yZHl9xc5yYbrOtaNrHHZy8KJAgdG4q9r4Oh76N14J8DeVwpj/cN8koiMHpWlgl7P2TnnQDxGza+rUSeWYbfEaC8UjPD2Dw7b2LKPU5dOXsoJvoj8KW4qtosTm0HGmmmzOYCl9imow7XmR9E76USf0Fd+d8hIi3yT7T19SxBdPHQ45QS6d4qjRu1RJLRXkJZvj9lToJFcf4PupDIGa/f8pMxJduPZl0vVqHxpICvDl4KsjT6wz+9fr586E/ZNpuWPRWk5eisDQ5zLwfSLIbJxZxz3DHdiZFNc7oDiZo8PXyK4aoGLOzB84gk07c0tzfEl69JcYtxZS8qCiJ3h+Q1RW0hbftnSE1K9i7pClfg7L4u+aaIY3q002YRj77oNgVHm8gacCmw4C1isWVaBKE/zXQgqXn/ENqsQuZZ6tDAhgizgFcZdZ7c6lGNmeOTqlD7r3ocPKOHkFzvVfyWLFrN2wJdqLvVLWvG9atnD/eyQPDMcsLb+Nxr44jvP7SFSxNxkrn7bfwPC+RH+yt8YbWeKOqzy5h9RQhy36pd/rBa7AMPfV6d1mphg46bLpSsm/EzpqoTFz6uT9ekuqUz9BUzwhKEubzaL5HKZNFe1yjrqWR1tzg3M3Np2wRKlTUb6sHuwasU7iBnOIzDE6Z3DC4l+9pjcTB+WN5eiVPpiUlow8UvZWW7yD4F6oXlwsj7jyzwNYSPl45zuCpJfo8UYJI9AkA2S9zKgNfzOf4LIaq/uwT6Uhqy2fhE8Ek1vsW+xL6mca6pb+qNwhqmO2h6Jja2T65nCHQPDNjfiLKvukXX/NUJ8+LU0MnZa8ahFDhSWQXvITqHE8gkMR7GjR1yTjdG2O4wuuHvSvqH7JSr+IWXkecmrRO+Ckd4vgLRxRYh22UjKC6TuNPRjvtWy+3MUfO+2I1uStlwJqQZsgcmlkobn1UOPFzcZKE8Uq54xLMbGAq/oJpOoGN+LbPBo+q58UC6h+tXGLORqo2l61Bb9eo6HUx+LOEojm/qHQw2npnr89dvc0pz+rhWaBt4Zbuij6E1pIUTELGhLF1ZNl/lWCKoE8Kou/GlorVwPB8lfk1kUhdBEABMbezeT/63oBb2EA2K+XvlOOt0I9lWZvgDw/lYdTiGMF43hJWwpLWukZNgM6qLVilY/vEp3p9X5BM3kJYCvcmNdPVkz4CM73VTlN35a9WfvpQ0tOZzyHyn3N7CU32Yyy/H+n1VW5TSb0qx+vwURH/G5TExSTUuYfO0j5z8ryx/jcAl9pjwp05RlX954VHnuZtVALuCf5A2a+KKAuok9VySho9+813MhdqBVnokfZCkrqvyE95fgWDpcsYRXv9TC2qwTxwtQ6CWP1+icZ6/U6KurfYxBXqW43XzTJ/jmDSw7ZRbfyKUpFcx4ukA9N5f3g4L88rxq/4+GGZXckKJqv+h0W2cgJahMnzQmdV9Amq0iTOelMNAfg0cOLB+tMq0FvBv/xNoDoKVqwIuo5CpTL/UNflPcWDArTLKqHYK9d+RL2h6mz3gDjEkDF6NE8RKBjycC6SQAoqwgcbcTlTJdg+768V0xPr+WvJYG4kp53yEJX1G2345NcnUAKk0IsK1RFxr7O+E0DRWvqL8254GKt/5ZOmC6KwkkFnUNyHm0ZetZir3ZpvF3v8sGkXNT1FcNF4XOOueB8Ik6cUo5xl/FuzwfJPHnoIRHstkZjnTikpL4oRRWld8dens995B31bqT2LKBt4AMc4bPuB/emBQb4cw9n3uF27E+vb92fBdLyUOP197QjMnCCbPK08CnBekn6dJ0Yt9czhG0XatRHptPm7e9zUeAo6H5LRMC7RUlQURO0cg2p6xcfRhNLXS75xEZHoM2495U3t8Q6rbDbUGCtDrCDkFQrglrnE+k6nJEfacE7S3UVzzPGvJBstqQe6sRwzo78BCRq7sQ3X8OrTAb19N5RL/16rtj/PqjHc3CHcxE4NvLorbmJOvy/ArS0JQYgX1q6LBDttqGIwJMfae7/uE0BWZMvJz0+oe0e8CHe+tOlFtvJF580v8fyZj1poZXREDyayOt1zWkBjz9qPQQ9nt4fiC0EVnT3T65VD5exuXEz86wb405yIE1+JIBBMDFoXmJ9QOrwBNm/lbtuD/rghLH0sZGKtWmrpoXgroeJS9jt5Po2Vn8hbJF/etZ/sTx53aUmY6ze83rAt51YedS1ypCal7dXkiKSbzf+LOHcJ/oyM6Z8yUbWFoBF/WrQx1eU3zhf2W9wFyRydoFqhz6cKh2WarRt5MuflmFi1F4SGcuqCLr+zDHCE6Ajv6tUib6Wv20jS6Yb66CHIdXfS1TW1uKQ/jGm+qgFPFAsN1Znuy9HMnbUMj49u+rjcz9WYbsm1Gq557uPGauLMbmZFlu3NezlOcMfX0yFvmQcp1cEeVvK1XnTrBOLy5i3Ne48WjqdJPU0t1WITAomKpk74K7cOisAhSZc8DIniipIH1tJzZ7nL/omgNAZ9rp0vtCw3StLU1OKJXdvaN00m5gTJc+Cvkd6SZplyA+gwiZczL4DBGMxn6fS7YZoL4hfC/SOv443xGTmTBmhnz9qlQTbgL1FErWZyarXtS7c9IgjfCcaHq9ahku14eUlIQD2h66bsWzbv0+24wUuk7rdL2lUJYhhT7n0MWknSjpKDdq2rwWqLTT7im46/zI+fdQYVoA6SW+4hRBlbBGF/94zFaqGFHk1IP7vOGXGOCJbgLlTVM+Och43l/Zamp/AO47Xs3XW/FQkT5bGsXXeqSD0cOKbSzlSi9hwqwzW1YgoxGic4OJ8L92wis5DyZ+Htfx1ZinGaLneL6KN6PS52T84FvIEcwX/nQbDCYyxSmIHnYV8UD8SKGmQZPHUHsaTXCAGBtWLUmFzsV0/8YNVDbEn0Lsw9f3eOdr2Lo6Bocy9lKcWnCEWjEORGMD6uIKkhUI78K7w6NMq37Tpn4CulhgG6t/jmdZym42jLux+I29DNelxDD6WShzRtLmbJZyKiowedWnz7QbWdrMWYmJcASNhVqVBcPo2JQNGhV229xZVEeUcADKI6ZRFkvp/man6p6BMUEoHjzfv1DTu6cSvxZfZbQZ+AHGgzguWPYlUAwgNptos6jcrFbrRIs6r8GPJ6BqEPMz4i534ViqS1gFqZFtD+QVuQLKNdDyq11o8WRZnkY3nz10ndFWUzjcNj9ntfsoDb74RS6RnBpEIVn+sMupy9Qwq1f9yzm0mIHZXqCBWmTCTF+ZNAGRcukrziGwc2b0ctoRdcVHe6KpY0U5a/40ugLG9kSuSrmgaOud2eutibuRU/9e3XXowF8G7nLXzB9SurbzP3tdQD+Mrr0bQjyMVBPLw9Sl/isUD9uzL801y/JzJaSrICPi573PEsgBocSAc+PvprLcYkOJs5YCxcGAz0OUXlE0mBf8EaZylT3zUIjGzlG7i+PrGggapMPn4t7FG8U/0cWde3Dzx2h6X5LLN5qdceI9hXJfIqRY98Bs3MDtQm6ApbpbZjQdgQc9LNf/oNeYtLl46x5eoSb1JabexbSixhfyca87WtHGwoMCJnWQfUsYWR2+0nM5J8PY8/e99LXBa+LDTxVrj/lrJWd1W0A3p6/TvnydWtTxLFzj/vA5yFGHo4S1tx6QGY4w5b619/0zkn1PgUU02xkL05V8VDFqCDC/fGyLHumFnpM22JNnUW5y9407tjJ8yPUYz/GIv9IV6TLTTd6u+ki0Txq1/TlegSr3O/qgonlIEIirZaLGV+icJK7ldrC9Flxdsgwu7j6vlPtuVgq7/Kll1yucYLDPAWisXoAvF0CQMDUvpcxb1a/yFi4WoEKB9Aw2RmPJ3nEwGOxE7TJGMQqEznrveW8YLInpJIghQVUVsHP0xLh4fLZwU6GLe39TkRwJX3FKBhE8Zf3GLhGVO+TPLwlcDBztDf7lHBQJdjg4PIhz8Ief/gNQSwMEFAACAAgAwrumSubEmDVcAAAAagAAABsAAAB1bml2ZXJzYWwvdW5pdmVyc2FsLnBuZy54bWwtjEsKgCAUAPdBd5B3APODaaB5mSSFflio3T6RZjezGG3LvqHk4h3OwwDFBOzcd/qKLgWXUamNYkkagN6mo/g1h+XxBiShmHEplajNu7D6x4BgAk9Mca4UDHX5AVBLAQIAABQAAgAIAEOUV0cNwDEewAEAANoDAAAPAAAAAAAAAAEAAAAAAAAAAABub25lL3BsYXllci54bWxQSwECAAAUAAIACADCu6ZKDmokTmIEAAAFEQAAHQAAAAAAAAABAAAAAADtAQAAdW5pdmVyc2FsL2NvbW1vbl9tZXNzYWdlcy5sbmdQSwECAAAUAAIACADCu6ZKCH4LIykDAACGDAAAJwAAAAAAAAABAAAAAACKBgAAdW5pdmVyc2FsL2ZsYXNoX3B1Ymxpc2hpbmdfc2V0dGluZ3MueG1sUEsBAgAAFAACAAgAwrumSmvhO+C8AgAAWgoAACEAAAAAAAAAAQAAAAAA+AkAAHVuaXZlcnNhbC9mbGFzaF9za2luX3NldHRpbmdzLnhtbFBLAQIAABQAAgAIAMK7pkoqlg9n/gIAAJcLAAAmAAAAAAAAAAEAAAAAAPMMAAB1bml2ZXJzYWwvaHRtbF9wdWJsaXNoaW5nX3NldHRpbmdzLnhtbFBLAQIAABQAAgAIAMK7pko7+1NPnQEAACQGAAAfAAAAAAAAAAEAAAAAADUQAAB1bml2ZXJzYWwvaHRtbF9za2luX3NldHRpbmdzLmpzUEsBAgAAFAACAAgAwrumSj08L9HBAAAA5QEAABoAAAAAAAAAAQAAAAAADxIAAHVuaXZlcnNhbC9pMThuX3ByZXNldHMueG1sUEsBAgAAFAACAAgAwrumSg4UM7x8AAAAfQAAABwAAAAAAAAAAQAAAAAACBMAAHVuaXZlcnNhbC9sb2NhbF9zZXR0aW5ncy54bWxQSwECAAAUAAIACABElFdHI7RO+/sCAACwCAAAFAAAAAAAAAABAAAAAAC+EwAAdW5pdmVyc2FsL3BsYXllci54bWxQSwECAAAUAAIACADCu6ZKrQ33vhkJAAALJQAAKQAAAAAAAAABAAAAAADrFgAAdW5pdmVyc2FsL3NraW5fY3VzdG9taXphdGlvbl9zZXR0aW5ncy54bWxQSwECAAAUAAIACADCu6ZKiMVOUf4OAADYGQAAFwAAAAAAAAAAAAAAAABLIAAAdW5pdmVyc2FsL3VuaXZlcnNhbC5wbmdQSwECAAAUAAIACADCu6ZK5sSYNVwAAABqAAAAGwAAAAAAAAABAAAAAAB+LwAAdW5pdmVyc2FsL3VuaXZlcnNhbC5wbmcueG1sUEsFBgAAAAAMAAwAhgMAABMwAAAAAA=="/>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Words>
  <Application>Microsoft Office PowerPoint</Application>
  <PresentationFormat>宽屏</PresentationFormat>
  <Paragraphs>107</Paragraphs>
  <Slides>12</Slides>
  <Notes>11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Impact MT Std</vt:lpstr>
      <vt:lpstr>JetBrains Mono</vt:lpstr>
      <vt:lpstr>等线</vt:lpstr>
      <vt:lpstr>等线 Light</vt:lpstr>
      <vt:lpstr>方正黑体简体</vt:lpstr>
      <vt:lpstr>微软雅黑</vt:lpstr>
      <vt:lpstr>Arial</vt:lpstr>
      <vt:lpstr>Calibri</vt:lpstr>
      <vt:lpstr>Leelawadee</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商务办公</dc:title>
  <dc:creator/>
  <cp:keywords>www.1ppt.com</cp:keywords>
  <dc:description>www.1ppt.com</dc:description>
  <cp:lastModifiedBy/>
  <cp:revision>1</cp:revision>
  <dcterms:created xsi:type="dcterms:W3CDTF">2018-11-07T09:04:04Z</dcterms:created>
  <dcterms:modified xsi:type="dcterms:W3CDTF">2025-11-16T13:24:01Z</dcterms:modified>
</cp:coreProperties>
</file>